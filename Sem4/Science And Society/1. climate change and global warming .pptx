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9144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0168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89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8832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759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161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2367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964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2653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50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652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4372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3640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968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1888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15728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93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515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image" Target="../media/image4.png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3.pn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379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Climate Change &amp; Global Warming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NAME :- RAVI RANJAN KUMAR  &amp; SHIVANI CHOUDHARY</a:t>
            </a:r>
          </a:p>
          <a:p>
            <a:r>
              <a:rPr lang="en-US"/>
              <a:t>COURSES :- BSC(HONS) PHYSICS &amp; COMPUTER SCIENCE </a:t>
            </a:r>
          </a:p>
          <a:p>
            <a:r>
              <a:rPr lang="en-US"/>
              <a:t>COLLEGE ROLL NO. :- 26213 &amp; 25806</a:t>
            </a:r>
          </a:p>
          <a:p>
            <a:r>
              <a:rPr lang="en-US"/>
              <a:t>UNIVERSITY ROLL NO. :- 24035567021 &amp; 24035570046</a:t>
            </a:r>
          </a:p>
          <a:p>
            <a:r>
              <a:rPr lang="en-US"/>
              <a:t>VAC :- SCIENCE AND SOCIETY (2025-26)</a:t>
            </a:r>
            <a:endParaRPr/>
          </a:p>
          <a:p>
            <a:pPr marL="0" indent="0"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90135"/>
            <a:ext cx="3227987" cy="3444997"/>
          </a:xfrm>
        </p:spPr>
        <p:txBody>
          <a:bodyPr/>
          <a:lstStyle/>
          <a:p>
            <a:r>
              <a:t>Climate change refers to long-term changes in temperature and weather patterns.</a:t>
            </a:r>
          </a:p>
          <a:p>
            <a:r>
              <a:t>Global warming is the long-term increase in Earth’s average surface temperature.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B7AA3E-0015-EA06-D4F1-73E34C2F7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852" y="2490135"/>
            <a:ext cx="3972232" cy="34449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Climate Change vs Global Warming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90135"/>
            <a:ext cx="2775703" cy="3444997"/>
          </a:xfrm>
        </p:spPr>
        <p:txBody>
          <a:bodyPr/>
          <a:lstStyle/>
          <a:p>
            <a:r>
              <a:t>Global warming is one aspect of climate change.</a:t>
            </a:r>
          </a:p>
          <a:p>
            <a:r>
              <a:t>Climate change includes rising sea levels, extreme weather, and ecosystem changes.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DE8392-8C52-E38B-EF04-8D12C697B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567" y="2490136"/>
            <a:ext cx="4306529" cy="3715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Greenhouse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90135"/>
            <a:ext cx="2923187" cy="3444997"/>
          </a:xfrm>
        </p:spPr>
        <p:txBody>
          <a:bodyPr/>
          <a:lstStyle/>
          <a:p>
            <a:r>
              <a:t>Greenhouse gases trap heat in Earth’s atmosphere.</a:t>
            </a:r>
          </a:p>
          <a:p>
            <a:r>
              <a:t>This natural process becomes harmful when intensified by human activities.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680A5B-7166-B966-E2BD-21E733AB2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0052" y="2490135"/>
            <a:ext cx="4256869" cy="371592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Greenhouse Gases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Carbon dioxide (CO₂)</a:t>
            </a:r>
          </a:p>
          <a:p>
            <a:r>
              <a:t>Methane (CH₄)</a:t>
            </a:r>
          </a:p>
          <a:p>
            <a:r>
              <a:t>Nitrous oxide (N₂O)</a:t>
            </a:r>
          </a:p>
          <a:p>
            <a:r>
              <a:t>Chlorofluorocarbons (CFCs)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8BB7D9-C807-47A1-951F-6B97030B4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436" y="2497666"/>
            <a:ext cx="3227890" cy="3444997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Causes of Global Warming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Burning of fossil fuels</a:t>
            </a:r>
          </a:p>
          <a:p>
            <a:r>
              <a:t>Deforestation</a:t>
            </a:r>
          </a:p>
          <a:p>
            <a:r>
              <a:t>Industrialization</a:t>
            </a:r>
          </a:p>
          <a:p>
            <a:r>
              <a:t>Urbanization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625D36-E08E-607B-C3A3-B65634825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175" y="3009418"/>
            <a:ext cx="4629874" cy="29257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Natural Causes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Volcanic eruptions</a:t>
            </a:r>
          </a:p>
          <a:p>
            <a:r>
              <a:t>Solar radiation variations</a:t>
            </a:r>
          </a:p>
          <a:p>
            <a:r>
              <a:t>Ocean current changes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1FAE10-A8B7-EEFC-8E0E-02E8A415A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761066"/>
            <a:ext cx="3614736" cy="34449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of coal and petroleum</a:t>
            </a:r>
          </a:p>
          <a:p>
            <a:r>
              <a:t>Vehicle emissions</a:t>
            </a:r>
          </a:p>
          <a:p>
            <a:r>
              <a:t>Deforestation for agriculture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7A0365-981F-68CE-910B-C6668DDB4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808" y="3970116"/>
            <a:ext cx="5000263" cy="235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Impacts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Melting of glaciers</a:t>
            </a:r>
          </a:p>
          <a:p>
            <a:r>
              <a:t>Rising sea levels</a:t>
            </a:r>
          </a:p>
          <a:p>
            <a:r>
              <a:t>Loss of biodiversity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0FB015-7CCA-EDEE-225F-91B03D5A1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0116" y="2490134"/>
            <a:ext cx="4271059" cy="32362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on Human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Heat strokes</a:t>
            </a:r>
          </a:p>
          <a:p>
            <a:r>
              <a:t>Respiratory diseases</a:t>
            </a:r>
          </a:p>
          <a:p>
            <a:r>
              <a:t>Spread of infectious diseases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FE7D45-0100-96EC-24BE-1A59AE3E1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987" y="2395958"/>
            <a:ext cx="3460832" cy="36807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Economic Impacts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Damage to crops</a:t>
            </a:r>
          </a:p>
          <a:p>
            <a:r>
              <a:t>Loss of livelihood</a:t>
            </a:r>
          </a:p>
          <a:p>
            <a:r>
              <a:t>Increased disaster management cost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09CE9A-C30A-F676-E2E3-3057C0F7C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58" y="4139381"/>
            <a:ext cx="7917084" cy="20666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Climate Change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Erratic monsoons</a:t>
            </a:r>
          </a:p>
          <a:p>
            <a:r>
              <a:t>Heat waves</a:t>
            </a:r>
          </a:p>
          <a:p>
            <a:r>
              <a:t>Floods and droughts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8DE00E-4B56-7CE5-B870-D4F44B191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565" y="2696900"/>
            <a:ext cx="4386805" cy="31323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Mitigation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of renewable energy</a:t>
            </a:r>
          </a:p>
          <a:p>
            <a:r>
              <a:t>Afforestation</a:t>
            </a:r>
          </a:p>
          <a:p>
            <a:r>
              <a:t>Energy efficiency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C4131A-AFDA-1367-2296-117E59618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9" y="2338086"/>
            <a:ext cx="3773347" cy="39701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Role of Government &amp; Individuals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Government policies and agreements</a:t>
            </a:r>
          </a:p>
          <a:p>
            <a:r>
              <a:t>Public awareness</a:t>
            </a:r>
          </a:p>
          <a:p>
            <a:r>
              <a:t>Sustainable lifestyle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124044-35A7-5BC0-2B89-1C10F5788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690" y="2974694"/>
            <a:ext cx="4409955" cy="323136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B7C0F-7BB4-E2C3-E075-4D0106A48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/>
              <a:t>Q 1. Global warming and climate change are two major concerns in modern times. Explain how science and technology are trying to address these two issues.</a:t>
            </a:r>
            <a:endParaRPr lang="en-IN" sz="1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69672-404F-1D0F-9366-27A3FB9E8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600"/>
              <a:t>Renewable Energy Technologies – Science has developed solar panels, wind turbines, and hydroelectric power to reduce dependence on fossil fuels and lower greenhouse gas emissions.</a:t>
            </a:r>
          </a:p>
          <a:p>
            <a:r>
              <a:rPr lang="en-US" sz="1600"/>
              <a:t>Energy-Efficient Systems – Technology promotes LED lighting, energy-efficient appliances, and smart grids to reduce energy consumption and wastage.</a:t>
            </a:r>
          </a:p>
          <a:p>
            <a:r>
              <a:rPr lang="en-US" sz="1600"/>
              <a:t>Electric and Hybrid Vehicles – Development of electric cars, buses, and trains helps reduce carbon dioxide emissions from transportation.</a:t>
            </a:r>
          </a:p>
          <a:p>
            <a:r>
              <a:rPr lang="en-US" sz="1600"/>
              <a:t>Climate Monitoring &amp; Satellites – Satellites and sensors are used to monitor temperature rise, melting glaciers, sea-level rise, and weather patterns accurately.</a:t>
            </a:r>
          </a:p>
          <a:p>
            <a:r>
              <a:rPr lang="en-US" sz="1600"/>
              <a:t>Carbon Capture and Storage (CCS) – Scientific methods are being developed to capture carbon dioxide from industries and store it underground to prevent its release into the atmosphere.</a:t>
            </a:r>
          </a:p>
        </p:txBody>
      </p:sp>
    </p:spTree>
    <p:extLst>
      <p:ext uri="{BB962C8B-B14F-4D97-AF65-F5344CB8AC3E}">
        <p14:creationId xmlns:p14="http://schemas.microsoft.com/office/powerpoint/2010/main" val="3514357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B0452-3929-15A8-B94F-7D1DC8C87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865" y="1203767"/>
            <a:ext cx="6798736" cy="4731366"/>
          </a:xfrm>
        </p:spPr>
        <p:txBody>
          <a:bodyPr>
            <a:normAutofit fontScale="85000" lnSpcReduction="20000"/>
          </a:bodyPr>
          <a:lstStyle/>
          <a:p>
            <a:r>
              <a:rPr lang="en-US"/>
              <a:t>Afforestation &amp; Biotechnology – Technology helps in large-scale tree plantation, genetically improved crops, and forests that absorb more CO₂.</a:t>
            </a:r>
          </a:p>
          <a:p>
            <a:r>
              <a:rPr lang="en-US"/>
              <a:t>Waste Management Technologies – Recycling, waste-to-energy plants, and biodegradable materials help reduce pollution and greenhouse gases.</a:t>
            </a:r>
          </a:p>
          <a:p>
            <a:r>
              <a:rPr lang="en-US"/>
              <a:t>Climate Modeling &amp; Prediction – Advanced computer models predict future climate changes, helping governments plan preventive measures.</a:t>
            </a:r>
          </a:p>
          <a:p>
            <a:r>
              <a:rPr lang="en-US"/>
              <a:t>Sustainable Agriculture – Science promotes organic farming, drip irrigation, and climate-resilient crops to reduce environmental impact.</a:t>
            </a:r>
          </a:p>
          <a:p>
            <a:r>
              <a:rPr lang="en-US"/>
              <a:t>Public Awareness &amp; Digital Tools – Technology like mobile apps, online platforms, and media spreads awareness about climate change and promotes eco-friendly lifestyles.</a:t>
            </a:r>
            <a:endParaRPr lang="en-IN"/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899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2D95F-BEB5-4294-88DE-3C6256D66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/>
              <a:t>Q 2. Global warming is one of the major causes of climate change in modern era. Write a short note highlighting the following : </a:t>
            </a:r>
            <a:br>
              <a:rPr lang="en-US" sz="1800"/>
            </a:br>
            <a:r>
              <a:rPr lang="en-US" sz="1800"/>
              <a:t>a) how has global warming affected weather condition in </a:t>
            </a:r>
            <a:r>
              <a:rPr lang="en-US" sz="1800" err="1"/>
              <a:t>india</a:t>
            </a:r>
            <a:r>
              <a:rPr lang="en-US" sz="1800"/>
              <a:t> ?</a:t>
            </a:r>
            <a:br>
              <a:rPr lang="en-US" sz="1800"/>
            </a:br>
            <a:r>
              <a:rPr lang="en-US" sz="1800"/>
              <a:t>b) how can this problem be addressed ?</a:t>
            </a:r>
            <a:endParaRPr lang="en-IN" sz="1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4D3CF-425D-B093-8453-5F9374858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/>
              <a:t>a)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/>
              <a:t>Increase in average temperatures leading to frequent heat waves.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/>
              <a:t>Irregular and unpredictable monsoon rainfall patterns.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/>
              <a:t>More extreme weather events like floods, droughts, and cyclones.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/>
              <a:t>Melting of Himalayan glaciers affecting river flow and water supply.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/>
              <a:t>Rising sea levels causing coastal erosion and flooding in coastal areas.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/>
              <a:t>Negative impact on agriculture due to changing seasons and rainfall.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94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036A3-F63B-0076-4AFE-FDE878A3C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865" y="1229033"/>
            <a:ext cx="6798736" cy="47061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/>
              <a:t>b)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/>
              <a:t>Reduce greenhouse gas emissions by using renewable energy sources.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/>
              <a:t>Promote afforestation and prevent deforestation.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/>
              <a:t>Use public transport and eco-friendly vehicles to reduce pollution.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/>
              <a:t>Conserve energy and adopt energy-efficient technologies.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/>
              <a:t>Spread awareness about climate change and sustainable practices.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/>
              <a:t>Implement strict environmental laws and international cooperation.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853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90135"/>
            <a:ext cx="2684206" cy="3444997"/>
          </a:xfrm>
        </p:spPr>
        <p:txBody>
          <a:bodyPr/>
          <a:lstStyle/>
          <a:p>
            <a:r>
              <a:t>Climate change is a global challenge.</a:t>
            </a:r>
          </a:p>
          <a:p>
            <a:r>
              <a:t>Immediate collective action is required.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65E45D-DE9A-E654-F3F5-452887D7A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588" y="2490134"/>
            <a:ext cx="4503174" cy="3452529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