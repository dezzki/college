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4"/>
  </p:sldMasterIdLst>
  <p:notesMasterIdLst>
    <p:notesMasterId r:id="rId21"/>
  </p:notesMasterIdLst>
  <p:handoutMasterIdLst>
    <p:handoutMasterId r:id="rId22"/>
  </p:handoutMasterIdLst>
  <p:sldIdLst>
    <p:sldId id="340" r:id="rId5"/>
    <p:sldId id="342" r:id="rId6"/>
    <p:sldId id="343" r:id="rId7"/>
    <p:sldId id="344" r:id="rId8"/>
    <p:sldId id="356" r:id="rId9"/>
    <p:sldId id="357" r:id="rId10"/>
    <p:sldId id="360" r:id="rId11"/>
    <p:sldId id="361" r:id="rId12"/>
    <p:sldId id="362" r:id="rId13"/>
    <p:sldId id="364" r:id="rId14"/>
    <p:sldId id="350" r:id="rId15"/>
    <p:sldId id="358" r:id="rId16"/>
    <p:sldId id="359" r:id="rId17"/>
    <p:sldId id="365" r:id="rId18"/>
    <p:sldId id="366" r:id="rId19"/>
    <p:sldId id="367" r:id="rId20"/>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9E0B9"/>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97908243-62A8-416C-A843-2C26CE0F2DA2}" v="1" dt="2026-02-19T15:42:10.215"/>
  </p1510:revLst>
</p1510:revInfo>
</file>

<file path=ppt/tableStyles.xml><?xml version="1.0" encoding="utf-8"?>
<a:tblStyleLst xmlns:a="http://schemas.openxmlformats.org/drawingml/2006/main" def="{1E171933-4619-4E11-9A3F-F7608DF75F80}">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5202B0CA-FC54-4496-8BCA-5EF66A818D29}" styleName="Dark Style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dk1">
              <a:tint val="20000"/>
            </a:schemeClr>
          </a:solidFill>
        </a:fill>
      </a:tcStyle>
    </a:lastRow>
    <a:firstRow>
      <a:tcTxStyle b="on">
        <a:fontRef idx="minor">
          <a:scrgbClr r="0" g="0" b="0"/>
        </a:fontRef>
        <a:schemeClr val="lt1"/>
      </a:tcTxStyle>
      <a:tcStyle>
        <a:tcBdr/>
        <a:fill>
          <a:solidFill>
            <a:schemeClr val="dk1"/>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793D81CF-94F2-401A-BA57-92F5A7B2D0C5}" styleName="Medium Style 1">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lt1"/>
          </a:solidFill>
        </a:fill>
      </a:tcStyle>
    </a:lastRow>
    <a:firstRow>
      <a:tcTxStyle b="on">
        <a:fontRef idx="minor">
          <a:scrgbClr r="0" g="0" b="0"/>
        </a:fontRef>
        <a:schemeClr val="lt1"/>
      </a:tcTxStyle>
      <a:tcStyle>
        <a:tcBdr/>
        <a:fill>
          <a:solidFill>
            <a:schemeClr val="dk1"/>
          </a:solidFill>
        </a:fill>
      </a:tcStyle>
    </a:firstRow>
  </a:tblStyle>
  <a:tblStyle styleId="{8EC20E35-A176-4012-BC5E-935CFFF8708E}" styleName="Medium Style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 styleId="{68D230F3-CF80-4859-8CE7-A43EE81993B5}" styleName="Light Style 1 - Accent 6">
    <a:wholeTbl>
      <a:tcTxStyle>
        <a:fontRef idx="minor">
          <a:scrgbClr r="0" g="0" b="0"/>
        </a:fontRef>
        <a:schemeClr val="tx1"/>
      </a:tcTxStyle>
      <a:tcStyle>
        <a:tcBdr>
          <a:left>
            <a:ln>
              <a:no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noFill/>
        </a:fill>
      </a:tcStyle>
    </a:wholeTbl>
    <a:band1H>
      <a:tcStyle>
        <a:tcBdr/>
        <a:fill>
          <a:solidFill>
            <a:schemeClr val="accent6">
              <a:alpha val="20000"/>
            </a:schemeClr>
          </a:solidFill>
        </a:fill>
      </a:tcStyle>
    </a:band1H>
    <a:band2H>
      <a:tcStyle>
        <a:tcBdr/>
      </a:tcStyle>
    </a:band2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12700" cmpd="sng">
              <a:solidFill>
                <a:schemeClr val="accent6"/>
              </a:solidFill>
            </a:ln>
          </a:top>
        </a:tcBdr>
        <a:fill>
          <a:noFill/>
        </a:fill>
      </a:tcStyle>
    </a:lastRow>
    <a:firstRow>
      <a:tcTxStyle b="on"/>
      <a:tcStyle>
        <a:tcBdr>
          <a:bottom>
            <a:ln w="12700" cmpd="sng">
              <a:solidFill>
                <a:schemeClr val="accent6"/>
              </a:solidFill>
            </a:ln>
          </a:bottom>
        </a:tcBdr>
        <a:fill>
          <a:noFill/>
        </a:fill>
      </a:tcStyle>
    </a:firstRow>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 styleId="{D7AC3CCA-C797-4891-BE02-D94E43425B78}" styleName="Medium Style 4">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w="12700" cmpd="sng">
              <a:solidFill>
                <a:schemeClr val="dk1"/>
              </a:solid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25400" cmpd="sng">
              <a:solidFill>
                <a:schemeClr val="dk1"/>
              </a:solidFill>
            </a:ln>
          </a:top>
        </a:tcBdr>
        <a:fill>
          <a:solidFill>
            <a:schemeClr val="dk1">
              <a:tint val="20000"/>
            </a:schemeClr>
          </a:solidFill>
        </a:fill>
      </a:tcStyle>
    </a:lastRow>
    <a:firstRow>
      <a:tcTxStyle b="on"/>
      <a:tcStyle>
        <a:tcBdr/>
        <a:fill>
          <a:solidFill>
            <a:schemeClr val="dk1">
              <a:tint val="20000"/>
            </a:schemeClr>
          </a:solidFill>
        </a:fill>
      </a:tcStyle>
    </a:firstRow>
  </a:tblStyle>
  <a:tblStyle styleId="{46F890A9-2807-4EBB-B81D-B2AA78EC7F39}" styleName="Dark Style 2 - Accent 5/Accent 6">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5">
              <a:tint val="20000"/>
            </a:schemeClr>
          </a:solidFill>
        </a:fill>
      </a:tcStyle>
    </a:wholeTbl>
    <a:band1H>
      <a:tcStyle>
        <a:tcBdr/>
        <a:fill>
          <a:solidFill>
            <a:schemeClr val="accent5">
              <a:tint val="40000"/>
            </a:schemeClr>
          </a:solidFill>
        </a:fill>
      </a:tcStyle>
    </a:band1H>
    <a:band1V>
      <a:tcStyle>
        <a:tcBdr/>
        <a:fill>
          <a:solidFill>
            <a:schemeClr val="accent5">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5">
              <a:tint val="20000"/>
            </a:schemeClr>
          </a:solidFill>
        </a:fill>
      </a:tcStyle>
    </a:lastRow>
    <a:firstRow>
      <a:tcTxStyle b="on">
        <a:fontRef idx="minor">
          <a:scrgbClr r="0" g="0" b="0"/>
        </a:fontRef>
        <a:schemeClr val="lt1"/>
      </a:tcTxStyle>
      <a:tcStyle>
        <a:tcBdr/>
        <a:fill>
          <a:solidFill>
            <a:schemeClr val="accent6"/>
          </a:solidFill>
        </a:fill>
      </a:tcStyle>
    </a:firstRow>
  </a:tblStyle>
  <a:tblStyle styleId="{16D9F66E-5EB9-4882-86FB-DCBF35E3C3E4}" styleName="Medium Style 4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solidFill>
            <a:schemeClr val="accent6">
              <a:tint val="20000"/>
            </a:schemeClr>
          </a:solidFill>
        </a:fill>
      </a:tcStyle>
    </a:wholeTbl>
    <a:band1H>
      <a:tcStyle>
        <a:tcBdr/>
        <a:fill>
          <a:solidFill>
            <a:schemeClr val="accent6">
              <a:tint val="40000"/>
            </a:schemeClr>
          </a:solidFill>
        </a:fill>
      </a:tcStyle>
    </a:band1H>
    <a:band1V>
      <a:tcStyle>
        <a:tcBdr/>
        <a:fill>
          <a:solidFill>
            <a:schemeClr val="accent6">
              <a:tint val="40000"/>
            </a:schemeClr>
          </a:solidFill>
        </a:fill>
      </a:tcStyle>
    </a:band1V>
    <a:lastCol>
      <a:tcTxStyle b="on"/>
      <a:tcStyle>
        <a:tcBdr/>
      </a:tcStyle>
    </a:lastCol>
    <a:firstCol>
      <a:tcTxStyle b="on"/>
      <a:tcStyle>
        <a:tcBdr/>
      </a:tcStyle>
    </a:firstCol>
    <a:lastRow>
      <a:tcTxStyle b="on"/>
      <a:tcStyle>
        <a:tcBdr>
          <a:top>
            <a:ln w="25400" cmpd="sng">
              <a:solidFill>
                <a:schemeClr val="accent6"/>
              </a:solidFill>
            </a:ln>
          </a:top>
        </a:tcBdr>
        <a:fill>
          <a:solidFill>
            <a:schemeClr val="accent6">
              <a:tint val="20000"/>
            </a:schemeClr>
          </a:solidFill>
        </a:fill>
      </a:tcStyle>
    </a:lastRow>
    <a:firstRow>
      <a:tcTxStyle b="on"/>
      <a:tcStyle>
        <a:tcBdr/>
        <a:fill>
          <a:solidFill>
            <a:schemeClr val="accent6">
              <a:tint val="20000"/>
            </a:schemeClr>
          </a:solidFill>
        </a:fill>
      </a:tcStyle>
    </a:firstRow>
  </a:tblStyle>
  <a:tblStyle styleId="{10A1B5D5-9B99-4C35-A422-299274C87663}" styleName="Medium Style 1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a:noFill/>
            </a:ln>
          </a:insideV>
        </a:tcBdr>
        <a:fill>
          <a:solidFill>
            <a:schemeClr val="lt1"/>
          </a:solidFill>
        </a:fill>
      </a:tcStyle>
    </a:wholeTbl>
    <a:band1H>
      <a:tcStyle>
        <a:tcBdr/>
        <a:fill>
          <a:solidFill>
            <a:schemeClr val="accent6">
              <a:tint val="20000"/>
            </a:schemeClr>
          </a:solidFill>
        </a:fill>
      </a:tcStyle>
    </a:band1H>
    <a:band1V>
      <a:tcStyle>
        <a:tcBdr/>
        <a:fill>
          <a:solidFill>
            <a:schemeClr val="accent6">
              <a:tint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solidFill>
            <a:schemeClr val="lt1"/>
          </a:solidFill>
        </a:fill>
      </a:tcStyle>
    </a:lastRow>
    <a:firstRow>
      <a:tcTxStyle b="on">
        <a:fontRef idx="minor">
          <a:scrgbClr r="0" g="0" b="0"/>
        </a:fontRef>
        <a:schemeClr val="lt1"/>
      </a:tcTxStyle>
      <a:tcStyle>
        <a:tcBdr/>
        <a:fill>
          <a:solidFill>
            <a:schemeClr val="accent6"/>
          </a:solidFill>
        </a:fill>
      </a:tcStyle>
    </a:firstRow>
  </a:tblStyle>
  <a:tblStyle styleId="{E8B1032C-EA38-4F05-BA0D-38AFFFC7BED3}" styleName="Light Style 3 - Accent 6">
    <a:wholeTbl>
      <a:tcTxStyle>
        <a:fontRef idx="minor">
          <a:scrgbClr r="0" g="0" b="0"/>
        </a:fontRef>
        <a:schemeClr val="tx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noFill/>
        </a:fill>
      </a:tcStyle>
    </a:wholeTbl>
    <a:band1H>
      <a:tcStyle>
        <a:tcBdr/>
        <a:fill>
          <a:solidFill>
            <a:schemeClr val="accent6">
              <a:alpha val="20000"/>
            </a:schemeClr>
          </a:solidFill>
        </a:fill>
      </a:tcStyle>
    </a:band1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noFill/>
        </a:fill>
      </a:tcStyle>
    </a:lastRow>
    <a:firstRow>
      <a:tcTxStyle b="on"/>
      <a:tcStyle>
        <a:tcBdr>
          <a:bottom>
            <a:ln w="25400" cmpd="sng">
              <a:solidFill>
                <a:schemeClr val="accent6"/>
              </a:solidFill>
            </a:ln>
          </a:bottom>
        </a:tcBdr>
        <a:fill>
          <a:noFill/>
        </a:fill>
      </a:tcStyle>
    </a:firstRow>
  </a:tblStyle>
  <a:tblStyle styleId="{ED083AE6-46FA-4A59-8FB0-9F97EB10719F}" styleName="Light Style 3 - Accent 4">
    <a:wholeTbl>
      <a:tcTxStyle>
        <a:fontRef idx="minor">
          <a:scrgbClr r="0" g="0" b="0"/>
        </a:fontRef>
        <a:schemeClr val="tx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noFill/>
        </a:fill>
      </a:tcStyle>
    </a:wholeTbl>
    <a:band1H>
      <a:tcStyle>
        <a:tcBdr/>
        <a:fill>
          <a:solidFill>
            <a:schemeClr val="accent4">
              <a:alpha val="20000"/>
            </a:schemeClr>
          </a:solidFill>
        </a:fill>
      </a:tcStyle>
    </a:band1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noFill/>
        </a:fill>
      </a:tcStyle>
    </a:lastRow>
    <a:firstRow>
      <a:tcTxStyle b="on"/>
      <a:tcStyle>
        <a:tcBdr>
          <a:bottom>
            <a:ln w="25400" cmpd="sng">
              <a:solidFill>
                <a:schemeClr val="accent4"/>
              </a:solidFill>
            </a:ln>
          </a:bottom>
        </a:tcBdr>
        <a:fill>
          <a:noFill/>
        </a:fill>
      </a:tcStyle>
    </a:firstRow>
  </a:tblStyle>
  <a:tblStyle styleId="{17292A2E-F333-43FB-9621-5CBBE7FDCDCB}" styleName="Light Style 2 - Accent 4">
    <a:wholeTbl>
      <a:tcTxStyle>
        <a:fontRef idx="minor">
          <a:scrgbClr r="0" g="0" b="0"/>
        </a:fontRef>
        <a:schemeClr val="tx1"/>
      </a:tcTxStyle>
      <a:tcStyle>
        <a:tcBdr>
          <a:left>
            <a:lnRef idx="1">
              <a:schemeClr val="accent4"/>
            </a:lnRef>
          </a:left>
          <a:right>
            <a:lnRef idx="1">
              <a:schemeClr val="accent4"/>
            </a:lnRef>
          </a:right>
          <a:top>
            <a:lnRef idx="1">
              <a:schemeClr val="accent4"/>
            </a:lnRef>
          </a:top>
          <a:bottom>
            <a:lnRef idx="1">
              <a:schemeClr val="accent4"/>
            </a:lnRef>
          </a:bottom>
          <a:insideH>
            <a:ln>
              <a:noFill/>
            </a:ln>
          </a:insideH>
          <a:insideV>
            <a:ln>
              <a:noFill/>
            </a:ln>
          </a:insideV>
        </a:tcBdr>
        <a:fill>
          <a:noFill/>
        </a:fill>
      </a:tcStyle>
    </a:wholeTbl>
    <a:band1H>
      <a:tcStyle>
        <a:tcBdr>
          <a:top>
            <a:lnRef idx="1">
              <a:schemeClr val="accent4"/>
            </a:lnRef>
          </a:top>
          <a:bottom>
            <a:lnRef idx="1">
              <a:schemeClr val="accent4"/>
            </a:lnRef>
          </a:bottom>
        </a:tcBdr>
      </a:tcStyle>
    </a:band1H>
    <a:band1V>
      <a:tcStyle>
        <a:tcBdr>
          <a:left>
            <a:lnRef idx="1">
              <a:schemeClr val="accent4"/>
            </a:lnRef>
          </a:left>
          <a:right>
            <a:lnRef idx="1">
              <a:schemeClr val="accent4"/>
            </a:lnRef>
          </a:right>
        </a:tcBdr>
      </a:tcStyle>
    </a:band1V>
    <a:band2V>
      <a:tcStyle>
        <a:tcBdr>
          <a:left>
            <a:lnRef idx="1">
              <a:schemeClr val="accent4"/>
            </a:lnRef>
          </a:left>
          <a:right>
            <a:lnRef idx="1">
              <a:schemeClr val="accent4"/>
            </a:lnRef>
          </a:right>
        </a:tcBdr>
      </a:tcStyle>
    </a:band2V>
    <a:lastCol>
      <a:tcTxStyle b="on"/>
      <a:tcStyle>
        <a:tcBdr/>
      </a:tcStyle>
    </a:lastCol>
    <a:firstCol>
      <a:tcTxStyle b="on"/>
      <a:tcStyle>
        <a:tcBdr/>
      </a:tcStyle>
    </a:firstCol>
    <a:lastRow>
      <a:tcTxStyle b="on"/>
      <a:tcStyle>
        <a:tcBdr>
          <a:top>
            <a:ln w="50800" cmpd="dbl">
              <a:solidFill>
                <a:schemeClr val="accent4"/>
              </a:solidFill>
            </a:ln>
          </a:top>
        </a:tcBdr>
      </a:tcStyle>
    </a:lastRow>
    <a:firstRow>
      <a:tcTxStyle b="on">
        <a:fontRef idx="minor">
          <a:scrgbClr r="0" g="0" b="0"/>
        </a:fontRef>
        <a:schemeClr val="bg1"/>
      </a:tcTxStyle>
      <a:tcStyle>
        <a:tcBdr/>
        <a:fillRef idx="1">
          <a:schemeClr val="accent4"/>
        </a:fillRef>
      </a:tcStyle>
    </a:firstRow>
  </a:tblStyle>
  <a:tblStyle styleId="{C4B1156A-380E-4F78-BDF5-A606A8083BF9}" styleName="Medium Style 4 - Accent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solidFill>
            <a:schemeClr val="accent4">
              <a:tint val="20000"/>
            </a:schemeClr>
          </a:solidFill>
        </a:fill>
      </a:tcStyle>
    </a:wholeTbl>
    <a:band1H>
      <a:tcStyle>
        <a:tcBdr/>
        <a:fill>
          <a:solidFill>
            <a:schemeClr val="accent4">
              <a:tint val="40000"/>
            </a:schemeClr>
          </a:solidFill>
        </a:fill>
      </a:tcStyle>
    </a:band1H>
    <a:band1V>
      <a:tcStyle>
        <a:tcBdr/>
        <a:fill>
          <a:solidFill>
            <a:schemeClr val="accent4">
              <a:tint val="40000"/>
            </a:schemeClr>
          </a:solidFill>
        </a:fill>
      </a:tcStyle>
    </a:band1V>
    <a:lastCol>
      <a:tcTxStyle b="on"/>
      <a:tcStyle>
        <a:tcBdr/>
      </a:tcStyle>
    </a:lastCol>
    <a:firstCol>
      <a:tcTxStyle b="on"/>
      <a:tcStyle>
        <a:tcBdr/>
      </a:tcStyle>
    </a:firstCol>
    <a:lastRow>
      <a:tcTxStyle b="on"/>
      <a:tcStyle>
        <a:tcBdr>
          <a:top>
            <a:ln w="25400" cmpd="sng">
              <a:solidFill>
                <a:schemeClr val="accent4"/>
              </a:solidFill>
            </a:ln>
          </a:top>
        </a:tcBdr>
        <a:fill>
          <a:solidFill>
            <a:schemeClr val="accent4">
              <a:tint val="20000"/>
            </a:schemeClr>
          </a:solidFill>
        </a:fill>
      </a:tcStyle>
    </a:lastRow>
    <a:firstRow>
      <a:tcTxStyle b="on"/>
      <a:tcStyle>
        <a:tcBdr/>
        <a:fill>
          <a:solidFill>
            <a:schemeClr val="accent4">
              <a:tint val="20000"/>
            </a:schemeClr>
          </a:solidFill>
        </a:fill>
      </a:tcStyle>
    </a:firstRow>
  </a:tblStyle>
  <a:tblStyle styleId="{D27102A9-8310-4765-A935-A1911B00CA55}" styleName="Light Style 1 - Accent 4">
    <a:wholeTbl>
      <a:tcTxStyle>
        <a:fontRef idx="minor">
          <a:scrgbClr r="0" g="0" b="0"/>
        </a:fontRef>
        <a:schemeClr val="tx1"/>
      </a:tcTxStyle>
      <a:tcStyle>
        <a:tcBdr>
          <a:left>
            <a:ln>
              <a:noFill/>
            </a:ln>
          </a:left>
          <a:right>
            <a:ln>
              <a:noFill/>
            </a:ln>
          </a:right>
          <a:top>
            <a:ln w="12700" cmpd="sng">
              <a:solidFill>
                <a:schemeClr val="accent4"/>
              </a:solidFill>
            </a:ln>
          </a:top>
          <a:bottom>
            <a:ln w="12700" cmpd="sng">
              <a:solidFill>
                <a:schemeClr val="accent4"/>
              </a:solidFill>
            </a:ln>
          </a:bottom>
          <a:insideH>
            <a:ln>
              <a:noFill/>
            </a:ln>
          </a:insideH>
          <a:insideV>
            <a:ln>
              <a:noFill/>
            </a:ln>
          </a:insideV>
        </a:tcBdr>
        <a:fill>
          <a:noFill/>
        </a:fill>
      </a:tcStyle>
    </a:wholeTbl>
    <a:band1H>
      <a:tcStyle>
        <a:tcBdr/>
        <a:fill>
          <a:solidFill>
            <a:schemeClr val="accent4">
              <a:alpha val="20000"/>
            </a:schemeClr>
          </a:solidFill>
        </a:fill>
      </a:tcStyle>
    </a:band1H>
    <a:band2H>
      <a:tcStyle>
        <a:tcBdr/>
      </a:tcStyle>
    </a:band2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12700" cmpd="sng">
              <a:solidFill>
                <a:schemeClr val="accent4"/>
              </a:solidFill>
            </a:ln>
          </a:top>
        </a:tcBdr>
        <a:fill>
          <a:noFill/>
        </a:fill>
      </a:tcStyle>
    </a:lastRow>
    <a:firstRow>
      <a:tcTxStyle b="on"/>
      <a:tcStyle>
        <a:tcBdr>
          <a:bottom>
            <a:ln w="12700" cmpd="sng">
              <a:solidFill>
                <a:schemeClr val="accent4"/>
              </a:solidFill>
            </a:ln>
          </a:bottom>
        </a:tcBdr>
        <a:fill>
          <a:noFill/>
        </a:fill>
      </a:tcStyle>
    </a:firstRow>
  </a:tblStyle>
  <a:tblStyle styleId="{1E171933-4619-4E11-9A3F-F7608DF75F80}" styleName="Medium Style 1 - Accent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a:noFill/>
            </a:ln>
          </a:insideV>
        </a:tcBdr>
        <a:fill>
          <a:solidFill>
            <a:schemeClr val="lt1"/>
          </a:solidFill>
        </a:fill>
      </a:tcStyle>
    </a:wholeTbl>
    <a:band1H>
      <a:tcStyle>
        <a:tcBdr/>
        <a:fill>
          <a:solidFill>
            <a:schemeClr val="accent4">
              <a:tint val="20000"/>
            </a:schemeClr>
          </a:solidFill>
        </a:fill>
      </a:tcStyle>
    </a:band1H>
    <a:band1V>
      <a:tcStyle>
        <a:tcBdr/>
        <a:fill>
          <a:solidFill>
            <a:schemeClr val="accent4">
              <a:tint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solidFill>
            <a:schemeClr val="lt1"/>
          </a:solidFill>
        </a:fill>
      </a:tcStyle>
    </a:lastRow>
    <a:firstRow>
      <a:tcTxStyle b="on">
        <a:fontRef idx="minor">
          <a:scrgbClr r="0" g="0" b="0"/>
        </a:fontRef>
        <a:schemeClr val="lt1"/>
      </a:tcTxStyle>
      <a:tcStyle>
        <a:tcBdr/>
        <a:fill>
          <a:solidFill>
            <a:schemeClr val="accent4"/>
          </a:solidFill>
        </a:fill>
      </a:tcStyle>
    </a:firstRow>
  </a:tblStyle>
  <a:tblStyle styleId="{69CF1AB2-1976-4502-BF36-3FF5EA218861}" styleName="Medium Style 4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 styleId="{775DCB02-9BB8-47FD-8907-85C794F793BA}" styleName="Themed Style 1 - Accent 4">
    <a:tblBg>
      <a:fillRef idx="2">
        <a:schemeClr val="accent4"/>
      </a:fillRef>
      <a:effectRef idx="1">
        <a:schemeClr val="accent4"/>
      </a:effectRef>
    </a:tblBg>
    <a:wholeTbl>
      <a:tcTxStyle>
        <a:fontRef idx="minor">
          <a:scrgbClr r="0" g="0" b="0"/>
        </a:fontRef>
        <a:schemeClr val="dk1"/>
      </a:tcTxStyle>
      <a:tcStyle>
        <a:tcBdr>
          <a:left>
            <a:lnRef idx="1">
              <a:schemeClr val="accent4"/>
            </a:lnRef>
          </a:left>
          <a:right>
            <a:lnRef idx="1">
              <a:schemeClr val="accent4"/>
            </a:lnRef>
          </a:right>
          <a:top>
            <a:lnRef idx="1">
              <a:schemeClr val="accent4"/>
            </a:lnRef>
          </a:top>
          <a:bottom>
            <a:lnRef idx="1">
              <a:schemeClr val="accent4"/>
            </a:lnRef>
          </a:bottom>
          <a:insideH>
            <a:lnRef idx="1">
              <a:schemeClr val="accent4"/>
            </a:lnRef>
          </a:insideH>
          <a:insideV>
            <a:lnRef idx="1">
              <a:schemeClr val="accent4"/>
            </a:lnRef>
          </a:insideV>
        </a:tcBdr>
        <a:fill>
          <a:noFill/>
        </a:fill>
      </a:tcStyle>
    </a:wholeTbl>
    <a:band1H>
      <a:tcStyle>
        <a:tcBdr/>
        <a:fill>
          <a:solidFill>
            <a:schemeClr val="accent4">
              <a:alpha val="40000"/>
            </a:schemeClr>
          </a:solidFill>
        </a:fill>
      </a:tcStyle>
    </a:band1H>
    <a:band2H>
      <a:tcStyle>
        <a:tcBdr/>
      </a:tcStyle>
    </a:band2H>
    <a:band1V>
      <a:tcStyle>
        <a:tcBdr>
          <a:top>
            <a:lnRef idx="1">
              <a:schemeClr val="accent4"/>
            </a:lnRef>
          </a:top>
          <a:bottom>
            <a:lnRef idx="1">
              <a:schemeClr val="accent4"/>
            </a:lnRef>
          </a:bottom>
        </a:tcBdr>
        <a:fill>
          <a:solidFill>
            <a:schemeClr val="accent4">
              <a:alpha val="40000"/>
            </a:schemeClr>
          </a:solidFill>
        </a:fill>
      </a:tcStyle>
    </a:band1V>
    <a:band2V>
      <a:tcStyle>
        <a:tcBdr/>
      </a:tcStyle>
    </a:band2V>
    <a:lastCol>
      <a:tcTxStyle b="on"/>
      <a:tcStyle>
        <a:tcBdr>
          <a:left>
            <a:lnRef idx="2">
              <a:schemeClr val="accent4"/>
            </a:lnRef>
          </a:left>
          <a:right>
            <a:lnRef idx="1">
              <a:schemeClr val="accent4"/>
            </a:lnRef>
          </a:right>
          <a:top>
            <a:lnRef idx="1">
              <a:schemeClr val="accent4"/>
            </a:lnRef>
          </a:top>
          <a:bottom>
            <a:lnRef idx="1">
              <a:schemeClr val="accent4"/>
            </a:lnRef>
          </a:bottom>
          <a:insideH>
            <a:lnRef idx="1">
              <a:schemeClr val="accent4"/>
            </a:lnRef>
          </a:insideH>
          <a:insideV>
            <a:ln>
              <a:noFill/>
            </a:ln>
          </a:insideV>
        </a:tcBdr>
      </a:tcStyle>
    </a:lastCol>
    <a:firstCol>
      <a:tcTxStyle b="on"/>
      <a:tcStyle>
        <a:tcBdr>
          <a:left>
            <a:lnRef idx="1">
              <a:schemeClr val="accent4"/>
            </a:lnRef>
          </a:left>
          <a:right>
            <a:lnRef idx="2">
              <a:schemeClr val="accent4"/>
            </a:lnRef>
          </a:right>
          <a:top>
            <a:lnRef idx="1">
              <a:schemeClr val="accent4"/>
            </a:lnRef>
          </a:top>
          <a:bottom>
            <a:lnRef idx="1">
              <a:schemeClr val="accent4"/>
            </a:lnRef>
          </a:bottom>
          <a:insideH>
            <a:lnRef idx="1">
              <a:schemeClr val="accent4"/>
            </a:lnRef>
          </a:insideH>
          <a:insideV>
            <a:ln>
              <a:noFill/>
            </a:ln>
          </a:insideV>
        </a:tcBdr>
      </a:tcStyle>
    </a:firstCol>
    <a:lastRow>
      <a:tcTxStyle b="on"/>
      <a:tcStyle>
        <a:tcBdr>
          <a:left>
            <a:lnRef idx="1">
              <a:schemeClr val="accent4"/>
            </a:lnRef>
          </a:left>
          <a:right>
            <a:lnRef idx="1">
              <a:schemeClr val="accent4"/>
            </a:lnRef>
          </a:right>
          <a:top>
            <a:lnRef idx="2">
              <a:schemeClr val="accent4"/>
            </a:lnRef>
          </a:top>
          <a:bottom>
            <a:lnRef idx="2">
              <a:schemeClr val="accent4"/>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4"/>
            </a:lnRef>
          </a:left>
          <a:right>
            <a:lnRef idx="1">
              <a:schemeClr val="accent4"/>
            </a:lnRef>
          </a:right>
          <a:top>
            <a:lnRef idx="1">
              <a:schemeClr val="accent4"/>
            </a:lnRef>
          </a:top>
          <a:bottom>
            <a:lnRef idx="2">
              <a:schemeClr val="lt1"/>
            </a:lnRef>
          </a:bottom>
          <a:insideH>
            <a:ln>
              <a:noFill/>
            </a:ln>
          </a:insideH>
          <a:insideV>
            <a:ln>
              <a:noFill/>
            </a:ln>
          </a:insideV>
        </a:tcBdr>
        <a:fill>
          <a:solidFill>
            <a:schemeClr val="accent4"/>
          </a:solidFill>
        </a:fill>
      </a:tcStyle>
    </a:firstRow>
  </a:tblStyle>
  <a:tblStyle styleId="{E269D01E-BC32-4049-B463-5C60D7B0CCD2}" styleName="Themed Style 2 - Accent 4">
    <a:tblBg>
      <a:fillRef idx="3">
        <a:schemeClr val="accent4"/>
      </a:fillRef>
      <a:effectRef idx="3">
        <a:schemeClr val="accent4"/>
      </a:effectRef>
    </a:tblBg>
    <a:wholeTbl>
      <a:tcTxStyle>
        <a:fontRef idx="minor">
          <a:scrgbClr r="0" g="0" b="0"/>
        </a:fontRef>
        <a:schemeClr val="lt1"/>
      </a:tcTxStyle>
      <a:tcStyle>
        <a:tcBdr>
          <a:left>
            <a:lnRef idx="1">
              <a:schemeClr val="accent4">
                <a:tint val="50000"/>
              </a:schemeClr>
            </a:lnRef>
          </a:left>
          <a:right>
            <a:lnRef idx="1">
              <a:schemeClr val="accent4">
                <a:tint val="50000"/>
              </a:schemeClr>
            </a:lnRef>
          </a:right>
          <a:top>
            <a:lnRef idx="1">
              <a:schemeClr val="accent4">
                <a:tint val="50000"/>
              </a:schemeClr>
            </a:lnRef>
          </a:top>
          <a:bottom>
            <a:lnRef idx="1">
              <a:schemeClr val="accent4">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EB9631B5-78F2-41C9-869B-9F39066F8104}" styleName="Medium Style 3 - Accent 4">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4"/>
          </a:solidFill>
        </a:fill>
      </a:tcStyle>
    </a:lastCol>
    <a:firstCol>
      <a:tcTxStyle b="on">
        <a:fontRef idx="minor">
          <a:scrgbClr r="0" g="0" b="0"/>
        </a:fontRef>
        <a:schemeClr val="lt1"/>
      </a:tcTxStyle>
      <a:tcStyle>
        <a:tcBdr/>
        <a:fill>
          <a:solidFill>
            <a:schemeClr val="accent4"/>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4"/>
          </a:solid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91EBBBCC-DAD2-459C-BE2E-F6DE35CF9A28}" styleName="Dark Style 2 - Accent 3/Accent 4">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3">
              <a:tint val="20000"/>
            </a:schemeClr>
          </a:solidFill>
        </a:fill>
      </a:tcStyle>
    </a:wholeTbl>
    <a:band1H>
      <a:tcStyle>
        <a:tcBdr/>
        <a:fill>
          <a:solidFill>
            <a:schemeClr val="accent3">
              <a:tint val="40000"/>
            </a:schemeClr>
          </a:solidFill>
        </a:fill>
      </a:tcStyle>
    </a:band1H>
    <a:band1V>
      <a:tcStyle>
        <a:tcBdr/>
        <a:fill>
          <a:solidFill>
            <a:schemeClr val="accent3">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3">
              <a:tint val="20000"/>
            </a:schemeClr>
          </a:solidFill>
        </a:fill>
      </a:tcStyle>
    </a:lastRow>
    <a:firstRow>
      <a:tcTxStyle b="on">
        <a:fontRef idx="minor">
          <a:scrgbClr r="0" g="0" b="0"/>
        </a:fontRef>
        <a:schemeClr val="lt1"/>
      </a:tcTxStyle>
      <a:tcStyle>
        <a:tcBdr/>
        <a:fill>
          <a:solidFill>
            <a:schemeClr val="accent4"/>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autoAdjust="0"/>
  </p:normalViewPr>
  <p:slideViewPr>
    <p:cSldViewPr snapToGrid="0">
      <p:cViewPr varScale="1">
        <p:scale>
          <a:sx n="78" d="100"/>
          <a:sy n="78" d="100"/>
        </p:scale>
        <p:origin x="878" y="62"/>
      </p:cViewPr>
      <p:guideLst/>
    </p:cSldViewPr>
  </p:slideViewPr>
  <p:outlineViewPr>
    <p:cViewPr>
      <p:scale>
        <a:sx n="33" d="100"/>
        <a:sy n="33" d="100"/>
      </p:scale>
      <p:origin x="0" y="-11376"/>
    </p:cViewPr>
  </p:outlineViewPr>
  <p:notesTextViewPr>
    <p:cViewPr>
      <p:scale>
        <a:sx n="1" d="1"/>
        <a:sy n="1" d="1"/>
      </p:scale>
      <p:origin x="0" y="0"/>
    </p:cViewPr>
  </p:notesTextViewPr>
  <p:sorterViewPr>
    <p:cViewPr varScale="1">
      <p:scale>
        <a:sx n="100" d="100"/>
        <a:sy n="100" d="100"/>
      </p:scale>
      <p:origin x="0" y="-6264"/>
    </p:cViewPr>
  </p:sorterViewPr>
  <p:notesViewPr>
    <p:cSldViewPr snapToGrid="0">
      <p:cViewPr varScale="1">
        <p:scale>
          <a:sx n="67" d="100"/>
          <a:sy n="67" d="100"/>
        </p:scale>
        <p:origin x="3120" y="72"/>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tableStyles" Target="tableStyles.xml"/><Relationship Id="rId3" Type="http://schemas.openxmlformats.org/officeDocument/2006/relationships/customXml" Target="../customXml/item3.xml"/><Relationship Id="rId21" Type="http://schemas.openxmlformats.org/officeDocument/2006/relationships/notesMaster" Target="notesMasters/notesMaster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theme" Target="theme/theme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viewProps" Target="view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presProps" Target="presProps.xml"/><Relationship Id="rId28" Type="http://schemas.microsoft.com/office/2018/10/relationships/authors" Target="authors.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handoutMaster" Target="handoutMasters/handoutMaster1.xml"/><Relationship Id="rId27" Type="http://schemas.microsoft.com/office/2015/10/relationships/revisionInfo" Target="revisionInfo.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E482B951-AFFF-3499-FDE3-02A7F0BD15F6}"/>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22E5896A-FCE2-110F-B202-A8E435372D6D}"/>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E4E69F83-204D-4778-AAD0-A0F851A3AEEE}" type="datetimeFigureOut">
              <a:rPr lang="en-US" smtClean="0"/>
              <a:t>2/19/2026</a:t>
            </a:fld>
            <a:endParaRPr lang="en-US" dirty="0"/>
          </a:p>
        </p:txBody>
      </p:sp>
      <p:sp>
        <p:nvSpPr>
          <p:cNvPr id="4" name="Footer Placeholder 3">
            <a:extLst>
              <a:ext uri="{FF2B5EF4-FFF2-40B4-BE49-F238E27FC236}">
                <a16:creationId xmlns:a16="http://schemas.microsoft.com/office/drawing/2014/main" id="{911BFBA0-47AD-543A-6AE4-769D8F86580D}"/>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818FC355-FEF6-ED8F-8D0E-F362E204A0F8}"/>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1A669D59-B021-49CB-887D-52B8FEE1CE18}" type="slidenum">
              <a:rPr lang="en-US" smtClean="0"/>
              <a:t>‹#›</a:t>
            </a:fld>
            <a:endParaRPr lang="en-US" dirty="0"/>
          </a:p>
        </p:txBody>
      </p:sp>
    </p:spTree>
    <p:extLst>
      <p:ext uri="{BB962C8B-B14F-4D97-AF65-F5344CB8AC3E}">
        <p14:creationId xmlns:p14="http://schemas.microsoft.com/office/powerpoint/2010/main" val="2817069016"/>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5AE3C21-C3CB-4B8D-9033-56C1B3CE75FA}" type="datetimeFigureOut">
              <a:rPr lang="en-US" smtClean="0"/>
              <a:t>2/19/2026</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7732C3C-A191-48C2-A7E8-9C96AF841A7A}" type="slidenum">
              <a:rPr lang="en-US" smtClean="0"/>
              <a:t>‹#›</a:t>
            </a:fld>
            <a:endParaRPr lang="en-US" dirty="0"/>
          </a:p>
        </p:txBody>
      </p:sp>
    </p:spTree>
    <p:extLst>
      <p:ext uri="{BB962C8B-B14F-4D97-AF65-F5344CB8AC3E}">
        <p14:creationId xmlns:p14="http://schemas.microsoft.com/office/powerpoint/2010/main" val="185639422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17732C3C-A191-48C2-A7E8-9C96AF841A7A}" type="slidenum">
              <a:rPr lang="en-US" smtClean="0"/>
              <a:t>1</a:t>
            </a:fld>
            <a:endParaRPr lang="en-US" dirty="0"/>
          </a:p>
        </p:txBody>
      </p:sp>
    </p:spTree>
    <p:extLst>
      <p:ext uri="{BB962C8B-B14F-4D97-AF65-F5344CB8AC3E}">
        <p14:creationId xmlns:p14="http://schemas.microsoft.com/office/powerpoint/2010/main" val="108604837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17732C3C-A191-48C2-A7E8-9C96AF841A7A}" type="slidenum">
              <a:rPr lang="en-US" smtClean="0"/>
              <a:t>2</a:t>
            </a:fld>
            <a:endParaRPr lang="en-US" dirty="0"/>
          </a:p>
        </p:txBody>
      </p:sp>
    </p:spTree>
    <p:extLst>
      <p:ext uri="{BB962C8B-B14F-4D97-AF65-F5344CB8AC3E}">
        <p14:creationId xmlns:p14="http://schemas.microsoft.com/office/powerpoint/2010/main" val="240339937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17732C3C-A191-48C2-A7E8-9C96AF841A7A}" type="slidenum">
              <a:rPr lang="en-US" smtClean="0"/>
              <a:t>3</a:t>
            </a:fld>
            <a:endParaRPr lang="en-US" dirty="0"/>
          </a:p>
        </p:txBody>
      </p:sp>
    </p:spTree>
    <p:extLst>
      <p:ext uri="{BB962C8B-B14F-4D97-AF65-F5344CB8AC3E}">
        <p14:creationId xmlns:p14="http://schemas.microsoft.com/office/powerpoint/2010/main" val="164979395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17732C3C-A191-48C2-A7E8-9C96AF841A7A}" type="slidenum">
              <a:rPr lang="en-US" smtClean="0"/>
              <a:t>4</a:t>
            </a:fld>
            <a:endParaRPr lang="en-US" dirty="0"/>
          </a:p>
        </p:txBody>
      </p:sp>
    </p:spTree>
    <p:extLst>
      <p:ext uri="{BB962C8B-B14F-4D97-AF65-F5344CB8AC3E}">
        <p14:creationId xmlns:p14="http://schemas.microsoft.com/office/powerpoint/2010/main" val="105415773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17732C3C-A191-48C2-A7E8-9C96AF841A7A}" type="slidenum">
              <a:rPr lang="en-US" smtClean="0"/>
              <a:t>11</a:t>
            </a:fld>
            <a:endParaRPr lang="en-US" dirty="0"/>
          </a:p>
        </p:txBody>
      </p:sp>
    </p:spTree>
    <p:extLst>
      <p:ext uri="{BB962C8B-B14F-4D97-AF65-F5344CB8AC3E}">
        <p14:creationId xmlns:p14="http://schemas.microsoft.com/office/powerpoint/2010/main" val="1213355782"/>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14.svg"/><Relationship Id="rId2" Type="http://schemas.openxmlformats.org/officeDocument/2006/relationships/image" Target="../media/image13.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p:bg>
      <p:bgPr>
        <a:solidFill>
          <a:schemeClr val="accent1">
            <a:lumMod val="50000"/>
          </a:schemeClr>
        </a:solidFill>
        <a:effectLst/>
      </p:bgPr>
    </p:bg>
    <p:spTree>
      <p:nvGrpSpPr>
        <p:cNvPr id="1" name=""/>
        <p:cNvGrpSpPr/>
        <p:nvPr/>
      </p:nvGrpSpPr>
      <p:grpSpPr>
        <a:xfrm>
          <a:off x="0" y="0"/>
          <a:ext cx="0" cy="0"/>
          <a:chOff x="0" y="0"/>
          <a:chExt cx="0" cy="0"/>
        </a:xfrm>
      </p:grpSpPr>
      <p:pic>
        <p:nvPicPr>
          <p:cNvPr id="15" name="Graphic 14">
            <a:extLst>
              <a:ext uri="{FF2B5EF4-FFF2-40B4-BE49-F238E27FC236}">
                <a16:creationId xmlns:a16="http://schemas.microsoft.com/office/drawing/2014/main" id="{BECDFC6B-0742-962E-44A1-19C9C173BB22}"/>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450848" y="425303"/>
            <a:ext cx="11305217" cy="6007394"/>
          </a:xfrm>
          <a:prstGeom prst="rect">
            <a:avLst/>
          </a:prstGeom>
          <a:effectLst/>
        </p:spPr>
      </p:pic>
      <p:sp>
        <p:nvSpPr>
          <p:cNvPr id="9" name="Title 8">
            <a:extLst>
              <a:ext uri="{FF2B5EF4-FFF2-40B4-BE49-F238E27FC236}">
                <a16:creationId xmlns:a16="http://schemas.microsoft.com/office/drawing/2014/main" id="{5997EA3E-49E5-518D-63DB-0BD43D3ACFCD}"/>
              </a:ext>
            </a:extLst>
          </p:cNvPr>
          <p:cNvSpPr>
            <a:spLocks noGrp="1"/>
          </p:cNvSpPr>
          <p:nvPr>
            <p:ph type="title" hasCustomPrompt="1"/>
          </p:nvPr>
        </p:nvSpPr>
        <p:spPr>
          <a:xfrm>
            <a:off x="810001" y="633046"/>
            <a:ext cx="10571998" cy="3366198"/>
          </a:xfrm>
          <a:ln>
            <a:noFill/>
          </a:ln>
          <a:effectLst/>
        </p:spPr>
        <p:txBody>
          <a:bodyPr/>
          <a:lstStyle>
            <a:lvl1pPr algn="ctr">
              <a:defRPr sz="7200" b="1" spc="-300" baseline="0">
                <a:ln>
                  <a:noFill/>
                </a:ln>
                <a:solidFill>
                  <a:schemeClr val="accent4">
                    <a:lumMod val="60000"/>
                    <a:lumOff val="40000"/>
                  </a:schemeClr>
                </a:solidFill>
                <a:effectLst/>
              </a:defRPr>
            </a:lvl1pPr>
          </a:lstStyle>
          <a:p>
            <a:r>
              <a:rPr lang="en-US" dirty="0"/>
              <a:t>Click to add title</a:t>
            </a:r>
          </a:p>
        </p:txBody>
      </p:sp>
    </p:spTree>
    <p:extLst>
      <p:ext uri="{BB962C8B-B14F-4D97-AF65-F5344CB8AC3E}">
        <p14:creationId xmlns:p14="http://schemas.microsoft.com/office/powerpoint/2010/main" val="323698525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Agenda">
    <p:bg>
      <p:bgPr>
        <a:solidFill>
          <a:schemeClr val="accent4">
            <a:lumMod val="40000"/>
            <a:lumOff val="60000"/>
          </a:schemeClr>
        </a:solidFill>
        <a:effectLst/>
      </p:bgPr>
    </p:bg>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2ADBC817-DA57-A518-5544-0D3B819C7062}"/>
              </a:ext>
              <a:ext uri="{C183D7F6-B498-43B3-948B-1728B52AA6E4}">
                <adec:decorative xmlns:adec="http://schemas.microsoft.com/office/drawing/2017/decorative" val="1"/>
              </a:ext>
            </a:extLst>
          </p:cNvPr>
          <p:cNvSpPr/>
          <p:nvPr userDrawn="1"/>
        </p:nvSpPr>
        <p:spPr>
          <a:xfrm>
            <a:off x="435935" y="414670"/>
            <a:ext cx="11320130" cy="6018027"/>
          </a:xfrm>
          <a:prstGeom prst="rect">
            <a:avLst/>
          </a:prstGeom>
          <a:solidFill>
            <a:schemeClr val="accent1">
              <a:lumMod val="50000"/>
            </a:schemeClr>
          </a:solidFill>
          <a:ln>
            <a:noFill/>
          </a:ln>
          <a:effectLst>
            <a:outerShdw blurRad="254000" dist="50800" dir="2700000" algn="tl" rotWithShape="0">
              <a:prstClr val="black">
                <a:alpha val="25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entury Gothic" panose="020B0502020202020204"/>
              <a:ea typeface="+mn-ea"/>
              <a:cs typeface="+mn-cs"/>
            </a:endParaRPr>
          </a:p>
        </p:txBody>
      </p:sp>
      <p:pic>
        <p:nvPicPr>
          <p:cNvPr id="10" name="Graphic 9">
            <a:extLst>
              <a:ext uri="{FF2B5EF4-FFF2-40B4-BE49-F238E27FC236}">
                <a16:creationId xmlns:a16="http://schemas.microsoft.com/office/drawing/2014/main" id="{4873FFF3-C7B6-C678-1B03-17FBD0D5ACE1}"/>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446174" y="425303"/>
            <a:ext cx="5379242" cy="5983435"/>
          </a:xfrm>
          <a:prstGeom prst="rect">
            <a:avLst/>
          </a:prstGeom>
        </p:spPr>
      </p:pic>
      <p:sp>
        <p:nvSpPr>
          <p:cNvPr id="9" name="Title 8">
            <a:extLst>
              <a:ext uri="{FF2B5EF4-FFF2-40B4-BE49-F238E27FC236}">
                <a16:creationId xmlns:a16="http://schemas.microsoft.com/office/drawing/2014/main" id="{5997EA3E-49E5-518D-63DB-0BD43D3ACFCD}"/>
              </a:ext>
            </a:extLst>
          </p:cNvPr>
          <p:cNvSpPr>
            <a:spLocks noGrp="1"/>
          </p:cNvSpPr>
          <p:nvPr>
            <p:ph type="title" hasCustomPrompt="1"/>
          </p:nvPr>
        </p:nvSpPr>
        <p:spPr>
          <a:xfrm>
            <a:off x="944217" y="924167"/>
            <a:ext cx="4383156" cy="5009322"/>
          </a:xfrm>
          <a:solidFill>
            <a:schemeClr val="accent1">
              <a:lumMod val="50000"/>
            </a:schemeClr>
          </a:solidFill>
          <a:effectLst>
            <a:outerShdw blurRad="254000" dist="50800" dir="2700000" algn="ctr" rotWithShape="0">
              <a:prstClr val="black">
                <a:alpha val="25000"/>
              </a:prstClr>
            </a:outerShdw>
          </a:effectLst>
        </p:spPr>
        <p:txBody>
          <a:bodyPr anchor="ctr"/>
          <a:lstStyle>
            <a:lvl1pPr algn="ctr">
              <a:defRPr sz="3600" spc="0" baseline="0">
                <a:solidFill>
                  <a:schemeClr val="tx1"/>
                </a:solidFill>
                <a:effectLst/>
              </a:defRPr>
            </a:lvl1pPr>
          </a:lstStyle>
          <a:p>
            <a:r>
              <a:rPr lang="en-US" dirty="0"/>
              <a:t>Click to add title</a:t>
            </a:r>
          </a:p>
        </p:txBody>
      </p:sp>
      <p:sp>
        <p:nvSpPr>
          <p:cNvPr id="7" name="Text Placeholder 6">
            <a:extLst>
              <a:ext uri="{FF2B5EF4-FFF2-40B4-BE49-F238E27FC236}">
                <a16:creationId xmlns:a16="http://schemas.microsoft.com/office/drawing/2014/main" id="{5D0FE23B-34E3-BAAF-E01D-BE221B4A94EF}"/>
              </a:ext>
            </a:extLst>
          </p:cNvPr>
          <p:cNvSpPr>
            <a:spLocks noGrp="1"/>
          </p:cNvSpPr>
          <p:nvPr>
            <p:ph type="body" sz="quarter" idx="14" hasCustomPrompt="1"/>
          </p:nvPr>
        </p:nvSpPr>
        <p:spPr>
          <a:xfrm>
            <a:off x="6400800" y="924512"/>
            <a:ext cx="4750904" cy="5008977"/>
          </a:xfrm>
        </p:spPr>
        <p:txBody>
          <a:bodyPr/>
          <a:lstStyle>
            <a:lvl1pPr marL="0" indent="0">
              <a:buNone/>
              <a:defRPr/>
            </a:lvl1pPr>
            <a:lvl2pPr marL="742950" indent="-285750">
              <a:buFont typeface="Arial" panose="020B0604020202020204" pitchFamily="34" charset="0"/>
              <a:buChar char="•"/>
              <a:defRPr/>
            </a:lvl2pPr>
            <a:lvl3pPr marL="1200150" indent="-285750">
              <a:buFont typeface="Arial" panose="020B0604020202020204" pitchFamily="34" charset="0"/>
              <a:buChar char="•"/>
              <a:defRPr/>
            </a:lvl3pPr>
            <a:lvl4pPr marL="1543050" indent="-171450">
              <a:buFont typeface="Arial" panose="020B0604020202020204" pitchFamily="34" charset="0"/>
              <a:buChar char="•"/>
              <a:defRPr/>
            </a:lvl4pPr>
            <a:lvl5pPr marL="2000250" indent="-171450">
              <a:buFont typeface="Arial" panose="020B0604020202020204" pitchFamily="34" charset="0"/>
              <a:buChar char="•"/>
              <a:defRPr/>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677983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Section Title">
    <p:bg>
      <p:bgPr>
        <a:solidFill>
          <a:schemeClr val="accent4">
            <a:lumMod val="40000"/>
            <a:lumOff val="60000"/>
          </a:schemeClr>
        </a:solidFill>
        <a:effectLst/>
      </p:bgPr>
    </p:bg>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1105E210-05B5-5EA1-C778-30BB3A4942D5}"/>
              </a:ext>
              <a:ext uri="{C183D7F6-B498-43B3-948B-1728B52AA6E4}">
                <adec:decorative xmlns:adec="http://schemas.microsoft.com/office/drawing/2017/decorative" val="1"/>
              </a:ext>
            </a:extLst>
          </p:cNvPr>
          <p:cNvSpPr/>
          <p:nvPr userDrawn="1"/>
        </p:nvSpPr>
        <p:spPr>
          <a:xfrm>
            <a:off x="435935" y="419987"/>
            <a:ext cx="11320130" cy="6018027"/>
          </a:xfrm>
          <a:prstGeom prst="rect">
            <a:avLst/>
          </a:prstGeom>
          <a:solidFill>
            <a:schemeClr val="accent1">
              <a:lumMod val="50000"/>
            </a:schemeClr>
          </a:solidFill>
          <a:ln>
            <a:noFill/>
          </a:ln>
          <a:effectLst>
            <a:outerShdw blurRad="254000" dist="50800" dir="2700000" algn="tl" rotWithShape="0">
              <a:prstClr val="black">
                <a:alpha val="25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entury Gothic" panose="020B0502020202020204"/>
              <a:ea typeface="+mn-ea"/>
              <a:cs typeface="+mn-cs"/>
            </a:endParaRPr>
          </a:p>
        </p:txBody>
      </p:sp>
      <p:pic>
        <p:nvPicPr>
          <p:cNvPr id="2" name="Picture 1">
            <a:extLst>
              <a:ext uri="{FF2B5EF4-FFF2-40B4-BE49-F238E27FC236}">
                <a16:creationId xmlns:a16="http://schemas.microsoft.com/office/drawing/2014/main" id="{28792193-1165-3487-6FB9-133CB518CE35}"/>
              </a:ext>
              <a:ext uri="{C183D7F6-B498-43B3-948B-1728B52AA6E4}">
                <adec:decorative xmlns:adec="http://schemas.microsoft.com/office/drawing/2017/decorative" val="1"/>
              </a:ext>
            </a:extLst>
          </p:cNvPr>
          <p:cNvPicPr>
            <a:picLocks noChangeAspect="1"/>
          </p:cNvPicPr>
          <p:nvPr userDrawn="1"/>
        </p:nvPicPr>
        <p:blipFill rotWithShape="1">
          <a:blip r:embed="rId2" cstate="screen">
            <a:duotone>
              <a:prstClr val="black"/>
              <a:schemeClr val="accent1">
                <a:tint val="45000"/>
                <a:satMod val="400000"/>
              </a:schemeClr>
            </a:duotone>
            <a:alphaModFix amt="50000"/>
            <a:extLst>
              <a:ext uri="{28A0092B-C50C-407E-A947-70E740481C1C}">
                <a14:useLocalDpi xmlns:a14="http://schemas.microsoft.com/office/drawing/2010/main"/>
              </a:ext>
            </a:extLst>
          </a:blip>
          <a:srcRect/>
          <a:stretch/>
        </p:blipFill>
        <p:spPr>
          <a:xfrm rot="5400000">
            <a:off x="3090924" y="-2235006"/>
            <a:ext cx="6010147" cy="11320132"/>
          </a:xfrm>
          <a:prstGeom prst="rect">
            <a:avLst/>
          </a:prstGeom>
        </p:spPr>
      </p:pic>
      <p:sp>
        <p:nvSpPr>
          <p:cNvPr id="9" name="Title 8">
            <a:extLst>
              <a:ext uri="{FF2B5EF4-FFF2-40B4-BE49-F238E27FC236}">
                <a16:creationId xmlns:a16="http://schemas.microsoft.com/office/drawing/2014/main" id="{5997EA3E-49E5-518D-63DB-0BD43D3ACFCD}"/>
              </a:ext>
            </a:extLst>
          </p:cNvPr>
          <p:cNvSpPr>
            <a:spLocks noGrp="1"/>
          </p:cNvSpPr>
          <p:nvPr>
            <p:ph type="title" hasCustomPrompt="1"/>
          </p:nvPr>
        </p:nvSpPr>
        <p:spPr>
          <a:xfrm>
            <a:off x="810001" y="1741064"/>
            <a:ext cx="10571998" cy="1928264"/>
          </a:xfrm>
          <a:ln>
            <a:noFill/>
          </a:ln>
          <a:effectLst/>
        </p:spPr>
        <p:txBody>
          <a:bodyPr/>
          <a:lstStyle>
            <a:lvl1pPr algn="ctr">
              <a:defRPr sz="3600" spc="0" baseline="0">
                <a:ln>
                  <a:noFill/>
                </a:ln>
                <a:solidFill>
                  <a:schemeClr val="accent4">
                    <a:lumMod val="60000"/>
                    <a:lumOff val="40000"/>
                  </a:schemeClr>
                </a:solidFill>
                <a:effectLst/>
              </a:defRPr>
            </a:lvl1pPr>
          </a:lstStyle>
          <a:p>
            <a:r>
              <a:rPr lang="en-US" dirty="0"/>
              <a:t>Click to add title</a:t>
            </a:r>
          </a:p>
        </p:txBody>
      </p:sp>
      <p:sp>
        <p:nvSpPr>
          <p:cNvPr id="3" name="Subtitle 2"/>
          <p:cNvSpPr>
            <a:spLocks noGrp="1"/>
          </p:cNvSpPr>
          <p:nvPr>
            <p:ph type="subTitle" idx="1" hasCustomPrompt="1"/>
          </p:nvPr>
        </p:nvSpPr>
        <p:spPr>
          <a:xfrm>
            <a:off x="810000" y="3694102"/>
            <a:ext cx="10572000" cy="896468"/>
          </a:xfrm>
          <a:effectLst/>
        </p:spPr>
        <p:txBody>
          <a:bodyPr anchor="ctr">
            <a:normAutofit/>
          </a:bodyPr>
          <a:lstStyle>
            <a:lvl1pPr marL="0" indent="0" algn="ctr">
              <a:buNone/>
              <a:defRPr sz="1800" b="1">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Click to add subtitle</a:t>
            </a:r>
          </a:p>
        </p:txBody>
      </p:sp>
    </p:spTree>
    <p:extLst>
      <p:ext uri="{BB962C8B-B14F-4D97-AF65-F5344CB8AC3E}">
        <p14:creationId xmlns:p14="http://schemas.microsoft.com/office/powerpoint/2010/main" val="348000034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Summary 1">
    <p:bg>
      <p:bgPr>
        <a:solidFill>
          <a:schemeClr val="accent1">
            <a:lumMod val="50000"/>
          </a:schemeClr>
        </a:solidFill>
        <a:effectLst/>
      </p:bgPr>
    </p:bg>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28905615-9FD2-EBB3-89AB-555B373EBBEB}"/>
              </a:ext>
              <a:ext uri="{C183D7F6-B498-43B3-948B-1728B52AA6E4}">
                <adec:decorative xmlns:adec="http://schemas.microsoft.com/office/drawing/2017/decorative" val="1"/>
              </a:ext>
            </a:extLst>
          </p:cNvPr>
          <p:cNvSpPr/>
          <p:nvPr userDrawn="1"/>
        </p:nvSpPr>
        <p:spPr>
          <a:xfrm>
            <a:off x="4623955" y="414670"/>
            <a:ext cx="7132110" cy="6018027"/>
          </a:xfrm>
          <a:prstGeom prst="rect">
            <a:avLst/>
          </a:prstGeom>
          <a:solidFill>
            <a:schemeClr val="accent4">
              <a:lumMod val="40000"/>
              <a:lumOff val="60000"/>
            </a:schemeClr>
          </a:solidFill>
          <a:ln>
            <a:noFill/>
          </a:ln>
          <a:effectLst>
            <a:outerShdw blurRad="254000" dist="50800" dir="2700000" algn="tl" rotWithShape="0">
              <a:prstClr val="black">
                <a:alpha val="25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entury Gothic" panose="020B0502020202020204"/>
              <a:ea typeface="+mn-ea"/>
              <a:cs typeface="+mn-cs"/>
            </a:endParaRPr>
          </a:p>
        </p:txBody>
      </p:sp>
      <p:sp>
        <p:nvSpPr>
          <p:cNvPr id="12" name="Rectangle 11">
            <a:extLst>
              <a:ext uri="{FF2B5EF4-FFF2-40B4-BE49-F238E27FC236}">
                <a16:creationId xmlns:a16="http://schemas.microsoft.com/office/drawing/2014/main" id="{E2B638DB-3E00-7F4B-D4B7-9D7F0905639D}"/>
              </a:ext>
              <a:ext uri="{C183D7F6-B498-43B3-948B-1728B52AA6E4}">
                <adec:decorative xmlns:adec="http://schemas.microsoft.com/office/drawing/2017/decorative" val="1"/>
              </a:ext>
            </a:extLst>
          </p:cNvPr>
          <p:cNvSpPr/>
          <p:nvPr userDrawn="1"/>
        </p:nvSpPr>
        <p:spPr>
          <a:xfrm>
            <a:off x="440459" y="420624"/>
            <a:ext cx="4183496" cy="6016752"/>
          </a:xfrm>
          <a:prstGeom prst="rect">
            <a:avLst/>
          </a:prstGeom>
          <a:solidFill>
            <a:schemeClr val="accent1">
              <a:lumMod val="50000"/>
            </a:schemeClr>
          </a:solidFill>
          <a:ln>
            <a:noFill/>
          </a:ln>
          <a:effectLst>
            <a:outerShdw blurRad="254000" dist="50800" dir="2700000" algn="tl" rotWithShape="0">
              <a:prstClr val="black">
                <a:alpha val="25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4" name="Picture 3">
            <a:extLst>
              <a:ext uri="{FF2B5EF4-FFF2-40B4-BE49-F238E27FC236}">
                <a16:creationId xmlns:a16="http://schemas.microsoft.com/office/drawing/2014/main" id="{310EED07-CDD5-9244-28FA-5195E67951C1}"/>
              </a:ext>
              <a:ext uri="{C183D7F6-B498-43B3-948B-1728B52AA6E4}">
                <adec:decorative xmlns:adec="http://schemas.microsoft.com/office/drawing/2017/decorative" val="1"/>
              </a:ext>
            </a:extLst>
          </p:cNvPr>
          <p:cNvPicPr>
            <a:picLocks noChangeAspect="1"/>
          </p:cNvPicPr>
          <p:nvPr userDrawn="1"/>
        </p:nvPicPr>
        <p:blipFill rotWithShape="1">
          <a:blip r:embed="rId2" cstate="screen">
            <a:duotone>
              <a:prstClr val="black"/>
              <a:schemeClr val="accent1">
                <a:tint val="45000"/>
                <a:satMod val="400000"/>
              </a:schemeClr>
            </a:duotone>
            <a:alphaModFix amt="50000"/>
            <a:extLst>
              <a:ext uri="{28A0092B-C50C-407E-A947-70E740481C1C}">
                <a14:useLocalDpi xmlns:a14="http://schemas.microsoft.com/office/drawing/2010/main"/>
              </a:ext>
            </a:extLst>
          </a:blip>
          <a:srcRect/>
          <a:stretch/>
        </p:blipFill>
        <p:spPr>
          <a:xfrm rot="10800000">
            <a:off x="435934" y="422551"/>
            <a:ext cx="4183495" cy="6010146"/>
          </a:xfrm>
          <a:prstGeom prst="rect">
            <a:avLst/>
          </a:prstGeom>
        </p:spPr>
      </p:pic>
      <p:sp>
        <p:nvSpPr>
          <p:cNvPr id="9" name="Title 8">
            <a:extLst>
              <a:ext uri="{FF2B5EF4-FFF2-40B4-BE49-F238E27FC236}">
                <a16:creationId xmlns:a16="http://schemas.microsoft.com/office/drawing/2014/main" id="{5997EA3E-49E5-518D-63DB-0BD43D3ACFCD}"/>
              </a:ext>
            </a:extLst>
          </p:cNvPr>
          <p:cNvSpPr>
            <a:spLocks noGrp="1"/>
          </p:cNvSpPr>
          <p:nvPr>
            <p:ph type="title" hasCustomPrompt="1"/>
          </p:nvPr>
        </p:nvSpPr>
        <p:spPr>
          <a:xfrm>
            <a:off x="550717" y="924339"/>
            <a:ext cx="3990110" cy="5009322"/>
          </a:xfrm>
          <a:noFill/>
          <a:effectLst/>
        </p:spPr>
        <p:txBody>
          <a:bodyPr anchor="ctr"/>
          <a:lstStyle>
            <a:lvl1pPr algn="ctr">
              <a:defRPr sz="3600" spc="0" baseline="0">
                <a:solidFill>
                  <a:schemeClr val="tx1"/>
                </a:solidFill>
                <a:effectLst/>
              </a:defRPr>
            </a:lvl1pPr>
          </a:lstStyle>
          <a:p>
            <a:r>
              <a:rPr lang="en-US" dirty="0"/>
              <a:t>Click to add title</a:t>
            </a:r>
          </a:p>
        </p:txBody>
      </p:sp>
      <p:sp>
        <p:nvSpPr>
          <p:cNvPr id="3" name="Content Placeholder 9">
            <a:extLst>
              <a:ext uri="{FF2B5EF4-FFF2-40B4-BE49-F238E27FC236}">
                <a16:creationId xmlns:a16="http://schemas.microsoft.com/office/drawing/2014/main" id="{B5AB4E8D-8B32-8B00-8152-856C592BAB39}"/>
              </a:ext>
            </a:extLst>
          </p:cNvPr>
          <p:cNvSpPr>
            <a:spLocks noGrp="1"/>
          </p:cNvSpPr>
          <p:nvPr>
            <p:ph sz="quarter" idx="10" hasCustomPrompt="1"/>
          </p:nvPr>
        </p:nvSpPr>
        <p:spPr>
          <a:xfrm>
            <a:off x="5346793" y="924340"/>
            <a:ext cx="5684373" cy="5009322"/>
          </a:xfrm>
          <a:effectLst/>
        </p:spPr>
        <p:txBody>
          <a:bodyPr lIns="0" rIns="0" anchor="ctr"/>
          <a:lstStyle>
            <a:lvl1pPr marL="0" indent="0">
              <a:lnSpc>
                <a:spcPct val="150000"/>
              </a:lnSpc>
              <a:spcBef>
                <a:spcPts val="0"/>
              </a:spcBef>
              <a:spcAft>
                <a:spcPts val="0"/>
              </a:spcAft>
              <a:buClr>
                <a:schemeClr val="accent1">
                  <a:lumMod val="50000"/>
                </a:schemeClr>
              </a:buClr>
              <a:buFont typeface="Arial" panose="020B0604020202020204" pitchFamily="34" charset="0"/>
              <a:buNone/>
              <a:defRPr>
                <a:ln>
                  <a:noFill/>
                </a:ln>
                <a:solidFill>
                  <a:schemeClr val="accent1">
                    <a:lumMod val="50000"/>
                  </a:schemeClr>
                </a:solidFill>
                <a:effectLst/>
              </a:defRPr>
            </a:lvl1pPr>
            <a:lvl2pPr marL="457200" indent="0">
              <a:lnSpc>
                <a:spcPct val="150000"/>
              </a:lnSpc>
              <a:spcAft>
                <a:spcPts val="0"/>
              </a:spcAft>
              <a:buClr>
                <a:schemeClr val="accent1">
                  <a:lumMod val="50000"/>
                </a:schemeClr>
              </a:buClr>
              <a:buFont typeface="Arial" panose="020B0604020202020204" pitchFamily="34" charset="0"/>
              <a:buNone/>
              <a:defRPr>
                <a:ln>
                  <a:noFill/>
                </a:ln>
                <a:solidFill>
                  <a:schemeClr val="accent1">
                    <a:lumMod val="50000"/>
                  </a:schemeClr>
                </a:solidFill>
                <a:effectLst/>
              </a:defRPr>
            </a:lvl2pPr>
            <a:lvl3pPr marL="914400" indent="0">
              <a:lnSpc>
                <a:spcPct val="150000"/>
              </a:lnSpc>
              <a:spcAft>
                <a:spcPts val="0"/>
              </a:spcAft>
              <a:buClr>
                <a:schemeClr val="accent1">
                  <a:lumMod val="50000"/>
                </a:schemeClr>
              </a:buClr>
              <a:buFont typeface="Arial" panose="020B0604020202020204" pitchFamily="34" charset="0"/>
              <a:buNone/>
              <a:defRPr>
                <a:ln>
                  <a:noFill/>
                </a:ln>
                <a:solidFill>
                  <a:schemeClr val="accent1">
                    <a:lumMod val="50000"/>
                  </a:schemeClr>
                </a:solidFill>
                <a:effectLst/>
              </a:defRPr>
            </a:lvl3pPr>
            <a:lvl4pPr marL="1371600" indent="0">
              <a:lnSpc>
                <a:spcPct val="150000"/>
              </a:lnSpc>
              <a:spcAft>
                <a:spcPts val="0"/>
              </a:spcAft>
              <a:buClr>
                <a:schemeClr val="accent1">
                  <a:lumMod val="50000"/>
                </a:schemeClr>
              </a:buClr>
              <a:buFont typeface="Arial" panose="020B0604020202020204" pitchFamily="34" charset="0"/>
              <a:buNone/>
              <a:defRPr>
                <a:ln>
                  <a:noFill/>
                </a:ln>
                <a:solidFill>
                  <a:schemeClr val="accent1">
                    <a:lumMod val="50000"/>
                  </a:schemeClr>
                </a:solidFill>
                <a:effectLst/>
              </a:defRPr>
            </a:lvl4pPr>
            <a:lvl5pPr marL="1828800" indent="0">
              <a:lnSpc>
                <a:spcPct val="150000"/>
              </a:lnSpc>
              <a:spcAft>
                <a:spcPts val="0"/>
              </a:spcAft>
              <a:buClr>
                <a:schemeClr val="accent1">
                  <a:lumMod val="50000"/>
                </a:schemeClr>
              </a:buClr>
              <a:buFont typeface="Arial" panose="020B0604020202020204" pitchFamily="34" charset="0"/>
              <a:buNone/>
              <a:defRPr>
                <a:ln>
                  <a:noFill/>
                </a:ln>
                <a:solidFill>
                  <a:schemeClr val="accent1">
                    <a:lumMod val="50000"/>
                  </a:schemeClr>
                </a:solidFill>
                <a:effectLst/>
              </a:defRPr>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13769250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Introduction 3">
    <p:bg>
      <p:bgPr>
        <a:solidFill>
          <a:schemeClr val="accent1">
            <a:lumMod val="50000"/>
          </a:schemeClr>
        </a:solidFill>
        <a:effectLst/>
      </p:bgPr>
    </p:bg>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5F4A700F-42CA-D7A9-D709-C0017521B294}"/>
              </a:ext>
              <a:ext uri="{C183D7F6-B498-43B3-948B-1728B52AA6E4}">
                <adec:decorative xmlns:adec="http://schemas.microsoft.com/office/drawing/2017/decorative" val="1"/>
              </a:ext>
            </a:extLst>
          </p:cNvPr>
          <p:cNvSpPr/>
          <p:nvPr userDrawn="1"/>
        </p:nvSpPr>
        <p:spPr>
          <a:xfrm>
            <a:off x="435935" y="414670"/>
            <a:ext cx="11320130" cy="6018027"/>
          </a:xfrm>
          <a:prstGeom prst="rect">
            <a:avLst/>
          </a:prstGeom>
          <a:solidFill>
            <a:srgbClr val="F9E0B9"/>
          </a:solidFill>
          <a:ln>
            <a:noFill/>
          </a:ln>
          <a:effectLst>
            <a:outerShdw blurRad="254000" dist="50800" dir="2700000" algn="tl" rotWithShape="0">
              <a:prstClr val="black">
                <a:alpha val="25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entury Gothic" panose="020B0502020202020204"/>
              <a:ea typeface="+mn-ea"/>
              <a:cs typeface="+mn-cs"/>
            </a:endParaRPr>
          </a:p>
        </p:txBody>
      </p:sp>
      <p:pic>
        <p:nvPicPr>
          <p:cNvPr id="8" name="Graphic 7">
            <a:extLst>
              <a:ext uri="{FF2B5EF4-FFF2-40B4-BE49-F238E27FC236}">
                <a16:creationId xmlns:a16="http://schemas.microsoft.com/office/drawing/2014/main" id="{961DA139-D8FD-A752-758D-4F836DFB2524}"/>
              </a:ext>
              <a:ext uri="{C183D7F6-B498-43B3-948B-1728B52AA6E4}">
                <adec:decorative xmlns:adec="http://schemas.microsoft.com/office/drawing/2017/decorative" val="1"/>
              </a:ext>
            </a:extLst>
          </p:cNvPr>
          <p:cNvPicPr>
            <a:picLocks noChangeAspect="1"/>
          </p:cNvPicPr>
          <p:nvPr userDrawn="1"/>
        </p:nvPicPr>
        <p:blipFill rotWithShape="1">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rcRect l="-1353" t="-388" r="-1" b="-254"/>
          <a:stretch/>
        </p:blipFill>
        <p:spPr>
          <a:xfrm rot="16200000" flipH="1">
            <a:off x="210940" y="1589892"/>
            <a:ext cx="5245922" cy="3667583"/>
          </a:xfrm>
          <a:prstGeom prst="rect">
            <a:avLst/>
          </a:prstGeom>
        </p:spPr>
      </p:pic>
      <p:sp>
        <p:nvSpPr>
          <p:cNvPr id="9" name="Title 8">
            <a:extLst>
              <a:ext uri="{FF2B5EF4-FFF2-40B4-BE49-F238E27FC236}">
                <a16:creationId xmlns:a16="http://schemas.microsoft.com/office/drawing/2014/main" id="{5997EA3E-49E5-518D-63DB-0BD43D3ACFCD}"/>
              </a:ext>
            </a:extLst>
          </p:cNvPr>
          <p:cNvSpPr>
            <a:spLocks noGrp="1"/>
          </p:cNvSpPr>
          <p:nvPr>
            <p:ph type="title" hasCustomPrompt="1"/>
          </p:nvPr>
        </p:nvSpPr>
        <p:spPr>
          <a:xfrm>
            <a:off x="5485516" y="1433219"/>
            <a:ext cx="5695102" cy="2092049"/>
          </a:xfrm>
          <a:noFill/>
          <a:effectLst/>
        </p:spPr>
        <p:txBody>
          <a:bodyPr anchor="b"/>
          <a:lstStyle>
            <a:lvl1pPr algn="ctr">
              <a:defRPr sz="3600" spc="0" baseline="0">
                <a:solidFill>
                  <a:schemeClr val="accent1">
                    <a:lumMod val="50000"/>
                  </a:schemeClr>
                </a:solidFill>
                <a:effectLst/>
              </a:defRPr>
            </a:lvl1pPr>
          </a:lstStyle>
          <a:p>
            <a:r>
              <a:rPr lang="en-US" dirty="0"/>
              <a:t>Click to add title</a:t>
            </a:r>
          </a:p>
        </p:txBody>
      </p:sp>
      <p:sp>
        <p:nvSpPr>
          <p:cNvPr id="7" name="Picture Placeholder 6">
            <a:extLst>
              <a:ext uri="{FF2B5EF4-FFF2-40B4-BE49-F238E27FC236}">
                <a16:creationId xmlns:a16="http://schemas.microsoft.com/office/drawing/2014/main" id="{C96F37D4-7152-EA75-8D7D-D8F7D6DD9C4C}"/>
              </a:ext>
            </a:extLst>
          </p:cNvPr>
          <p:cNvSpPr>
            <a:spLocks noGrp="1"/>
          </p:cNvSpPr>
          <p:nvPr>
            <p:ph type="pic" sz="quarter" idx="11"/>
          </p:nvPr>
        </p:nvSpPr>
        <p:spPr>
          <a:xfrm>
            <a:off x="1350099" y="1974707"/>
            <a:ext cx="2907792" cy="2907792"/>
          </a:xfrm>
          <a:solidFill>
            <a:srgbClr val="F9E0B9"/>
          </a:solidFill>
          <a:effectLst/>
        </p:spPr>
        <p:txBody>
          <a:bodyPr anchor="t"/>
          <a:lstStyle>
            <a:lvl1pPr marL="0" indent="0" algn="ctr">
              <a:buNone/>
              <a:defRPr>
                <a:solidFill>
                  <a:schemeClr val="accent1">
                    <a:lumMod val="50000"/>
                  </a:schemeClr>
                </a:solidFill>
              </a:defRPr>
            </a:lvl1pPr>
          </a:lstStyle>
          <a:p>
            <a:r>
              <a:rPr lang="en-US"/>
              <a:t>Click icon to add picture</a:t>
            </a:r>
            <a:endParaRPr lang="en-US" dirty="0"/>
          </a:p>
        </p:txBody>
      </p:sp>
      <p:sp>
        <p:nvSpPr>
          <p:cNvPr id="3" name="Content Placeholder 9">
            <a:extLst>
              <a:ext uri="{FF2B5EF4-FFF2-40B4-BE49-F238E27FC236}">
                <a16:creationId xmlns:a16="http://schemas.microsoft.com/office/drawing/2014/main" id="{AFBE5B12-0D10-DA99-093A-2C4FB738B21C}"/>
              </a:ext>
            </a:extLst>
          </p:cNvPr>
          <p:cNvSpPr>
            <a:spLocks noGrp="1"/>
          </p:cNvSpPr>
          <p:nvPr>
            <p:ph sz="quarter" idx="10" hasCustomPrompt="1"/>
          </p:nvPr>
        </p:nvSpPr>
        <p:spPr>
          <a:xfrm>
            <a:off x="5496789" y="3525268"/>
            <a:ext cx="5683829" cy="2595429"/>
          </a:xfrm>
          <a:effectLst/>
        </p:spPr>
        <p:txBody>
          <a:bodyPr anchor="t"/>
          <a:lstStyle>
            <a:lvl1pPr marL="0" indent="0" algn="ctr">
              <a:lnSpc>
                <a:spcPct val="150000"/>
              </a:lnSpc>
              <a:spcBef>
                <a:spcPts val="0"/>
              </a:spcBef>
              <a:buNone/>
              <a:defRPr b="1">
                <a:solidFill>
                  <a:schemeClr val="accent1">
                    <a:lumMod val="50000"/>
                  </a:schemeClr>
                </a:solidFill>
              </a:defRPr>
            </a:lvl1pPr>
            <a:lvl2pPr algn="ctr">
              <a:buClr>
                <a:schemeClr val="accent1">
                  <a:lumMod val="50000"/>
                </a:schemeClr>
              </a:buClr>
              <a:defRPr>
                <a:solidFill>
                  <a:schemeClr val="accent1">
                    <a:lumMod val="50000"/>
                  </a:schemeClr>
                </a:solidFill>
              </a:defRPr>
            </a:lvl2pPr>
            <a:lvl3pPr algn="ctr">
              <a:buClr>
                <a:schemeClr val="accent1">
                  <a:lumMod val="50000"/>
                </a:schemeClr>
              </a:buClr>
              <a:defRPr>
                <a:solidFill>
                  <a:schemeClr val="accent1">
                    <a:lumMod val="50000"/>
                  </a:schemeClr>
                </a:solidFill>
              </a:defRPr>
            </a:lvl3pPr>
            <a:lvl4pPr algn="ctr">
              <a:buClr>
                <a:schemeClr val="accent1">
                  <a:lumMod val="50000"/>
                </a:schemeClr>
              </a:buClr>
              <a:defRPr>
                <a:solidFill>
                  <a:schemeClr val="accent1">
                    <a:lumMod val="50000"/>
                  </a:schemeClr>
                </a:solidFill>
              </a:defRPr>
            </a:lvl4pPr>
            <a:lvl5pPr algn="ctr">
              <a:buClr>
                <a:schemeClr val="accent1">
                  <a:lumMod val="50000"/>
                </a:schemeClr>
              </a:buClr>
              <a:defRPr>
                <a:solidFill>
                  <a:schemeClr val="accent1">
                    <a:lumMod val="50000"/>
                  </a:schemeClr>
                </a:solidFill>
              </a:defRPr>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17995061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and Content 5">
    <p:bg>
      <p:bgPr>
        <a:solidFill>
          <a:schemeClr val="accent1">
            <a:lumMod val="50000"/>
          </a:schemeClr>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281D7C89-8451-1944-C2B3-53AADAC99A01}"/>
              </a:ext>
              <a:ext uri="{C183D7F6-B498-43B3-948B-1728B52AA6E4}">
                <adec:decorative xmlns:adec="http://schemas.microsoft.com/office/drawing/2017/decorative" val="1"/>
              </a:ext>
            </a:extLst>
          </p:cNvPr>
          <p:cNvSpPr/>
          <p:nvPr userDrawn="1"/>
        </p:nvSpPr>
        <p:spPr>
          <a:xfrm>
            <a:off x="411678" y="422551"/>
            <a:ext cx="4223822" cy="6010146"/>
          </a:xfrm>
          <a:prstGeom prst="rect">
            <a:avLst/>
          </a:prstGeom>
          <a:solidFill>
            <a:schemeClr val="accent4">
              <a:lumMod val="40000"/>
              <a:lumOff val="60000"/>
            </a:schemeClr>
          </a:solidFill>
          <a:ln>
            <a:noFill/>
          </a:ln>
          <a:effectLst>
            <a:outerShdw blurRad="254000" dist="50800" dir="2700000" algn="tl" rotWithShape="0">
              <a:prstClr val="black">
                <a:alpha val="25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entury Gothic" panose="020B0502020202020204"/>
              <a:ea typeface="+mn-ea"/>
              <a:cs typeface="+mn-cs"/>
            </a:endParaRPr>
          </a:p>
        </p:txBody>
      </p:sp>
      <p:sp>
        <p:nvSpPr>
          <p:cNvPr id="3" name="Rectangle 2">
            <a:extLst>
              <a:ext uri="{FF2B5EF4-FFF2-40B4-BE49-F238E27FC236}">
                <a16:creationId xmlns:a16="http://schemas.microsoft.com/office/drawing/2014/main" id="{D26B15EB-5194-C74B-F881-D3DCBE854272}"/>
              </a:ext>
              <a:ext uri="{C183D7F6-B498-43B3-948B-1728B52AA6E4}">
                <adec:decorative xmlns:adec="http://schemas.microsoft.com/office/drawing/2017/decorative" val="1"/>
              </a:ext>
            </a:extLst>
          </p:cNvPr>
          <p:cNvSpPr/>
          <p:nvPr userDrawn="1"/>
        </p:nvSpPr>
        <p:spPr>
          <a:xfrm>
            <a:off x="4635499" y="422551"/>
            <a:ext cx="7144823" cy="6010146"/>
          </a:xfrm>
          <a:prstGeom prst="rect">
            <a:avLst/>
          </a:prstGeom>
          <a:solidFill>
            <a:schemeClr val="accent1">
              <a:lumMod val="50000"/>
            </a:schemeClr>
          </a:solidFill>
          <a:ln>
            <a:noFill/>
          </a:ln>
          <a:effectLst>
            <a:outerShdw blurRad="254000" dist="50800" dir="2700000" algn="tl" rotWithShape="0">
              <a:prstClr val="black">
                <a:alpha val="25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entury Gothic" panose="020B0502020202020204"/>
              <a:ea typeface="+mn-ea"/>
              <a:cs typeface="+mn-cs"/>
            </a:endParaRPr>
          </a:p>
        </p:txBody>
      </p:sp>
      <p:sp>
        <p:nvSpPr>
          <p:cNvPr id="9" name="Title 8">
            <a:extLst>
              <a:ext uri="{FF2B5EF4-FFF2-40B4-BE49-F238E27FC236}">
                <a16:creationId xmlns:a16="http://schemas.microsoft.com/office/drawing/2014/main" id="{5997EA3E-49E5-518D-63DB-0BD43D3ACFCD}"/>
              </a:ext>
            </a:extLst>
          </p:cNvPr>
          <p:cNvSpPr>
            <a:spLocks noGrp="1"/>
          </p:cNvSpPr>
          <p:nvPr>
            <p:ph type="title" hasCustomPrompt="1"/>
          </p:nvPr>
        </p:nvSpPr>
        <p:spPr>
          <a:xfrm>
            <a:off x="529935" y="633845"/>
            <a:ext cx="3990110" cy="2192482"/>
          </a:xfrm>
          <a:noFill/>
          <a:effectLst/>
        </p:spPr>
        <p:txBody>
          <a:bodyPr anchor="ctr"/>
          <a:lstStyle>
            <a:lvl1pPr algn="ctr">
              <a:defRPr sz="3600" spc="0" baseline="0">
                <a:solidFill>
                  <a:schemeClr val="accent1">
                    <a:lumMod val="50000"/>
                  </a:schemeClr>
                </a:solidFill>
                <a:effectLst/>
              </a:defRPr>
            </a:lvl1pPr>
          </a:lstStyle>
          <a:p>
            <a:r>
              <a:rPr lang="en-US" dirty="0"/>
              <a:t>Click to add title</a:t>
            </a:r>
          </a:p>
        </p:txBody>
      </p:sp>
      <p:sp>
        <p:nvSpPr>
          <p:cNvPr id="7" name="Content Placeholder 6">
            <a:extLst>
              <a:ext uri="{FF2B5EF4-FFF2-40B4-BE49-F238E27FC236}">
                <a16:creationId xmlns:a16="http://schemas.microsoft.com/office/drawing/2014/main" id="{B15614EF-4CFA-2D69-0F78-9D7409E2337E}"/>
              </a:ext>
            </a:extLst>
          </p:cNvPr>
          <p:cNvSpPr>
            <a:spLocks noGrp="1"/>
          </p:cNvSpPr>
          <p:nvPr>
            <p:ph sz="quarter" idx="11" hasCustomPrompt="1"/>
          </p:nvPr>
        </p:nvSpPr>
        <p:spPr>
          <a:xfrm>
            <a:off x="747423" y="3174531"/>
            <a:ext cx="3772622" cy="3122360"/>
          </a:xfrm>
          <a:effectLst/>
        </p:spPr>
        <p:txBody>
          <a:bodyPr rIns="274320" anchor="t"/>
          <a:lstStyle>
            <a:lvl1pPr marL="283464" indent="-283464">
              <a:lnSpc>
                <a:spcPct val="150000"/>
              </a:lnSpc>
              <a:spcBef>
                <a:spcPts val="0"/>
              </a:spcBef>
              <a:spcAft>
                <a:spcPts val="0"/>
              </a:spcAft>
              <a:buClr>
                <a:schemeClr val="accent1">
                  <a:lumMod val="50000"/>
                </a:schemeClr>
              </a:buClr>
              <a:buFont typeface="Arial" panose="020B0604020202020204" pitchFamily="34" charset="0"/>
              <a:buChar char="•"/>
              <a:defRPr>
                <a:solidFill>
                  <a:schemeClr val="accent1">
                    <a:lumMod val="50000"/>
                  </a:schemeClr>
                </a:solidFill>
              </a:defRPr>
            </a:lvl1pPr>
            <a:lvl2pPr marL="742950" indent="-285750">
              <a:lnSpc>
                <a:spcPct val="150000"/>
              </a:lnSpc>
              <a:spcBef>
                <a:spcPts val="0"/>
              </a:spcBef>
              <a:spcAft>
                <a:spcPts val="0"/>
              </a:spcAft>
              <a:buClr>
                <a:schemeClr val="accent1">
                  <a:lumMod val="50000"/>
                </a:schemeClr>
              </a:buClr>
              <a:buFont typeface="Arial" panose="020B0604020202020204" pitchFamily="34" charset="0"/>
              <a:buChar char="•"/>
              <a:defRPr>
                <a:solidFill>
                  <a:schemeClr val="accent1">
                    <a:lumMod val="50000"/>
                  </a:schemeClr>
                </a:solidFill>
              </a:defRPr>
            </a:lvl2pPr>
            <a:lvl3pPr marL="1143000" indent="-228600">
              <a:lnSpc>
                <a:spcPct val="150000"/>
              </a:lnSpc>
              <a:spcBef>
                <a:spcPts val="0"/>
              </a:spcBef>
              <a:spcAft>
                <a:spcPts val="0"/>
              </a:spcAft>
              <a:buClr>
                <a:schemeClr val="accent1">
                  <a:lumMod val="50000"/>
                </a:schemeClr>
              </a:buClr>
              <a:buFont typeface="Arial" panose="020B0604020202020204" pitchFamily="34" charset="0"/>
              <a:buChar char="•"/>
              <a:defRPr>
                <a:solidFill>
                  <a:schemeClr val="accent1">
                    <a:lumMod val="50000"/>
                  </a:schemeClr>
                </a:solidFill>
              </a:defRPr>
            </a:lvl3pPr>
            <a:lvl4pPr marL="1600200" indent="-228600">
              <a:lnSpc>
                <a:spcPct val="150000"/>
              </a:lnSpc>
              <a:spcBef>
                <a:spcPts val="0"/>
              </a:spcBef>
              <a:spcAft>
                <a:spcPts val="0"/>
              </a:spcAft>
              <a:buClr>
                <a:schemeClr val="accent1">
                  <a:lumMod val="50000"/>
                </a:schemeClr>
              </a:buClr>
              <a:buFont typeface="Arial" panose="020B0604020202020204" pitchFamily="34" charset="0"/>
              <a:buChar char="•"/>
              <a:defRPr>
                <a:solidFill>
                  <a:schemeClr val="accent1">
                    <a:lumMod val="50000"/>
                  </a:schemeClr>
                </a:solidFill>
              </a:defRPr>
            </a:lvl4pPr>
            <a:lvl5pPr marL="2057400" indent="-228600">
              <a:lnSpc>
                <a:spcPct val="150000"/>
              </a:lnSpc>
              <a:spcBef>
                <a:spcPts val="0"/>
              </a:spcBef>
              <a:spcAft>
                <a:spcPts val="0"/>
              </a:spcAft>
              <a:buClr>
                <a:schemeClr val="accent1">
                  <a:lumMod val="50000"/>
                </a:schemeClr>
              </a:buClr>
              <a:buFont typeface="Arial" panose="020B0604020202020204" pitchFamily="34" charset="0"/>
              <a:buChar char="•"/>
              <a:defRPr>
                <a:solidFill>
                  <a:schemeClr val="accent1">
                    <a:lumMod val="50000"/>
                  </a:schemeClr>
                </a:solidFill>
              </a:defRPr>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Content Placeholder 9">
            <a:extLst>
              <a:ext uri="{FF2B5EF4-FFF2-40B4-BE49-F238E27FC236}">
                <a16:creationId xmlns:a16="http://schemas.microsoft.com/office/drawing/2014/main" id="{77D6637B-A7C5-34FF-5B51-32392DAEABB2}"/>
              </a:ext>
            </a:extLst>
          </p:cNvPr>
          <p:cNvSpPr>
            <a:spLocks noGrp="1"/>
          </p:cNvSpPr>
          <p:nvPr>
            <p:ph sz="quarter" idx="10" hasCustomPrompt="1"/>
          </p:nvPr>
        </p:nvSpPr>
        <p:spPr>
          <a:xfrm>
            <a:off x="5237732" y="946205"/>
            <a:ext cx="5971020" cy="5161655"/>
          </a:xfrm>
        </p:spPr>
        <p:txBody>
          <a:body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343164052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Introduction 2">
    <p:bg>
      <p:bgPr>
        <a:solidFill>
          <a:schemeClr val="accent1">
            <a:lumMod val="50000"/>
          </a:schemeClr>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E13E625C-F0A4-564D-CEE2-6B3595CEB038}"/>
              </a:ext>
              <a:ext uri="{C183D7F6-B498-43B3-948B-1728B52AA6E4}">
                <adec:decorative xmlns:adec="http://schemas.microsoft.com/office/drawing/2017/decorative" val="1"/>
              </a:ext>
            </a:extLst>
          </p:cNvPr>
          <p:cNvSpPr/>
          <p:nvPr userDrawn="1"/>
        </p:nvSpPr>
        <p:spPr>
          <a:xfrm>
            <a:off x="5961889" y="0"/>
            <a:ext cx="6230111" cy="6858000"/>
          </a:xfrm>
          <a:prstGeom prst="rect">
            <a:avLst/>
          </a:prstGeom>
          <a:solidFill>
            <a:schemeClr val="accent4">
              <a:lumMod val="40000"/>
              <a:lumOff val="60000"/>
            </a:schemeClr>
          </a:solidFill>
          <a:ln>
            <a:noFill/>
          </a:ln>
          <a:effectLst>
            <a:outerShdw blurRad="254000" dist="50800" dir="2700000" algn="tl" rotWithShape="0">
              <a:prstClr val="black">
                <a:alpha val="25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Title 8">
            <a:extLst>
              <a:ext uri="{FF2B5EF4-FFF2-40B4-BE49-F238E27FC236}">
                <a16:creationId xmlns:a16="http://schemas.microsoft.com/office/drawing/2014/main" id="{5997EA3E-49E5-518D-63DB-0BD43D3ACFCD}"/>
              </a:ext>
            </a:extLst>
          </p:cNvPr>
          <p:cNvSpPr>
            <a:spLocks noGrp="1"/>
          </p:cNvSpPr>
          <p:nvPr>
            <p:ph type="title"/>
          </p:nvPr>
        </p:nvSpPr>
        <p:spPr>
          <a:xfrm>
            <a:off x="6577445" y="157637"/>
            <a:ext cx="4851694" cy="2190705"/>
          </a:xfrm>
          <a:noFill/>
          <a:effectLst/>
        </p:spPr>
        <p:txBody>
          <a:bodyPr anchor="b"/>
          <a:lstStyle>
            <a:lvl1pPr algn="l">
              <a:defRPr sz="3600" spc="0" baseline="0">
                <a:solidFill>
                  <a:schemeClr val="accent1">
                    <a:lumMod val="50000"/>
                  </a:schemeClr>
                </a:solidFill>
                <a:effectLst/>
              </a:defRPr>
            </a:lvl1pPr>
          </a:lstStyle>
          <a:p>
            <a:r>
              <a:rPr lang="en-US"/>
              <a:t>Click to edit Master title style</a:t>
            </a:r>
            <a:endParaRPr lang="en-US" dirty="0"/>
          </a:p>
        </p:txBody>
      </p:sp>
      <p:sp>
        <p:nvSpPr>
          <p:cNvPr id="3" name="Rectangle 2">
            <a:extLst>
              <a:ext uri="{FF2B5EF4-FFF2-40B4-BE49-F238E27FC236}">
                <a16:creationId xmlns:a16="http://schemas.microsoft.com/office/drawing/2014/main" id="{BB4D8C78-00C3-F3D7-17C3-F1667E463E12}"/>
              </a:ext>
              <a:ext uri="{C183D7F6-B498-43B3-948B-1728B52AA6E4}">
                <adec:decorative xmlns:adec="http://schemas.microsoft.com/office/drawing/2017/decorative" val="1"/>
              </a:ext>
            </a:extLst>
          </p:cNvPr>
          <p:cNvSpPr/>
          <p:nvPr userDrawn="1"/>
        </p:nvSpPr>
        <p:spPr>
          <a:xfrm>
            <a:off x="380999" y="422551"/>
            <a:ext cx="5124893" cy="6010146"/>
          </a:xfrm>
          <a:prstGeom prst="rect">
            <a:avLst/>
          </a:prstGeom>
          <a:solidFill>
            <a:schemeClr val="accent4">
              <a:lumMod val="40000"/>
              <a:lumOff val="60000"/>
            </a:schemeClr>
          </a:solidFill>
          <a:ln>
            <a:noFill/>
          </a:ln>
          <a:effectLst>
            <a:outerShdw blurRad="254000" dist="50800" dir="2700000" algn="tl" rotWithShape="0">
              <a:prstClr val="black">
                <a:alpha val="25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entury Gothic" panose="020B0502020202020204"/>
                <a:ea typeface="+mn-ea"/>
                <a:cs typeface="+mn-cs"/>
              </a:rPr>
              <a:t>c</a:t>
            </a:r>
          </a:p>
        </p:txBody>
      </p:sp>
      <p:pic>
        <p:nvPicPr>
          <p:cNvPr id="4" name="Graphic 3">
            <a:extLst>
              <a:ext uri="{FF2B5EF4-FFF2-40B4-BE49-F238E27FC236}">
                <a16:creationId xmlns:a16="http://schemas.microsoft.com/office/drawing/2014/main" id="{F13E61FD-F54A-5F86-FCED-3BD4C8AA42E7}"/>
              </a:ext>
              <a:ext uri="{C183D7F6-B498-43B3-948B-1728B52AA6E4}">
                <adec:decorative xmlns:adec="http://schemas.microsoft.com/office/drawing/2017/decorative" val="1"/>
              </a:ext>
            </a:extLst>
          </p:cNvPr>
          <p:cNvPicPr>
            <a:picLocks noChangeAspect="1"/>
          </p:cNvPicPr>
          <p:nvPr userDrawn="1"/>
        </p:nvPicPr>
        <p:blipFill rotWithShape="1">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rcRect l="-1353" t="-388" r="-1" b="-254"/>
          <a:stretch/>
        </p:blipFill>
        <p:spPr>
          <a:xfrm flipH="1">
            <a:off x="659106" y="3429000"/>
            <a:ext cx="4589830" cy="2780414"/>
          </a:xfrm>
          <a:prstGeom prst="rect">
            <a:avLst/>
          </a:prstGeom>
        </p:spPr>
      </p:pic>
      <p:sp>
        <p:nvSpPr>
          <p:cNvPr id="6" name="Rectangle 5">
            <a:extLst>
              <a:ext uri="{FF2B5EF4-FFF2-40B4-BE49-F238E27FC236}">
                <a16:creationId xmlns:a16="http://schemas.microsoft.com/office/drawing/2014/main" id="{A9F0290F-2D31-F9FB-AD35-B76947AF146F}"/>
              </a:ext>
              <a:ext uri="{C183D7F6-B498-43B3-948B-1728B52AA6E4}">
                <adec:decorative xmlns:adec="http://schemas.microsoft.com/office/drawing/2017/decorative" val="1"/>
              </a:ext>
            </a:extLst>
          </p:cNvPr>
          <p:cNvSpPr/>
          <p:nvPr userDrawn="1"/>
        </p:nvSpPr>
        <p:spPr>
          <a:xfrm>
            <a:off x="1236863" y="776532"/>
            <a:ext cx="3434316" cy="5018212"/>
          </a:xfrm>
          <a:prstGeom prst="rect">
            <a:avLst/>
          </a:prstGeom>
          <a:solidFill>
            <a:schemeClr val="accent1">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Picture Placeholder 11">
            <a:extLst>
              <a:ext uri="{FF2B5EF4-FFF2-40B4-BE49-F238E27FC236}">
                <a16:creationId xmlns:a16="http://schemas.microsoft.com/office/drawing/2014/main" id="{7347A5B6-0F99-C044-C209-F3190EEFA371}"/>
              </a:ext>
            </a:extLst>
          </p:cNvPr>
          <p:cNvSpPr>
            <a:spLocks noGrp="1"/>
          </p:cNvSpPr>
          <p:nvPr>
            <p:ph type="pic" sz="quarter" idx="11"/>
          </p:nvPr>
        </p:nvSpPr>
        <p:spPr>
          <a:xfrm>
            <a:off x="1236663" y="776288"/>
            <a:ext cx="3433762" cy="5018087"/>
          </a:xfrm>
        </p:spPr>
        <p:txBody>
          <a:bodyPr anchor="t"/>
          <a:lstStyle>
            <a:lvl1pPr marL="0" indent="0" algn="ctr">
              <a:buNone/>
              <a:defRPr/>
            </a:lvl1pPr>
          </a:lstStyle>
          <a:p>
            <a:r>
              <a:rPr lang="en-US"/>
              <a:t>Click icon to add picture</a:t>
            </a:r>
            <a:endParaRPr lang="en-US" dirty="0"/>
          </a:p>
        </p:txBody>
      </p:sp>
      <p:sp>
        <p:nvSpPr>
          <p:cNvPr id="5" name="Content Placeholder 9">
            <a:extLst>
              <a:ext uri="{FF2B5EF4-FFF2-40B4-BE49-F238E27FC236}">
                <a16:creationId xmlns:a16="http://schemas.microsoft.com/office/drawing/2014/main" id="{0E96890F-0832-5087-193F-70CF33DEE0AD}"/>
              </a:ext>
            </a:extLst>
          </p:cNvPr>
          <p:cNvSpPr>
            <a:spLocks noGrp="1"/>
          </p:cNvSpPr>
          <p:nvPr>
            <p:ph sz="quarter" idx="10" hasCustomPrompt="1"/>
          </p:nvPr>
        </p:nvSpPr>
        <p:spPr>
          <a:xfrm>
            <a:off x="6592615" y="2505979"/>
            <a:ext cx="4837385" cy="3926717"/>
          </a:xfrm>
          <a:effectLst/>
        </p:spPr>
        <p:txBody>
          <a:bodyPr anchor="t"/>
          <a:lstStyle>
            <a:lvl1pPr marL="0" indent="0">
              <a:lnSpc>
                <a:spcPct val="150000"/>
              </a:lnSpc>
              <a:spcBef>
                <a:spcPts val="0"/>
              </a:spcBef>
              <a:spcAft>
                <a:spcPts val="0"/>
              </a:spcAft>
              <a:buClr>
                <a:schemeClr val="accent1">
                  <a:lumMod val="50000"/>
                </a:schemeClr>
              </a:buClr>
              <a:buFont typeface="Arial" panose="020B0604020202020204" pitchFamily="34" charset="0"/>
              <a:buNone/>
              <a:defRPr>
                <a:solidFill>
                  <a:schemeClr val="accent1">
                    <a:lumMod val="50000"/>
                  </a:schemeClr>
                </a:solidFill>
              </a:defRPr>
            </a:lvl1pPr>
            <a:lvl2pPr marL="742950" indent="-285750">
              <a:lnSpc>
                <a:spcPct val="150000"/>
              </a:lnSpc>
              <a:spcAft>
                <a:spcPts val="0"/>
              </a:spcAft>
              <a:buClr>
                <a:schemeClr val="accent1">
                  <a:lumMod val="50000"/>
                </a:schemeClr>
              </a:buClr>
              <a:buFont typeface="Arial" panose="020B0604020202020204" pitchFamily="34" charset="0"/>
              <a:buChar char="•"/>
              <a:defRPr>
                <a:solidFill>
                  <a:schemeClr val="accent1">
                    <a:lumMod val="50000"/>
                  </a:schemeClr>
                </a:solidFill>
              </a:defRPr>
            </a:lvl2pPr>
            <a:lvl3pPr marL="1143000" indent="-228600">
              <a:lnSpc>
                <a:spcPct val="150000"/>
              </a:lnSpc>
              <a:spcAft>
                <a:spcPts val="0"/>
              </a:spcAft>
              <a:buClr>
                <a:schemeClr val="accent1">
                  <a:lumMod val="50000"/>
                </a:schemeClr>
              </a:buClr>
              <a:buFont typeface="Arial" panose="020B0604020202020204" pitchFamily="34" charset="0"/>
              <a:buChar char="•"/>
              <a:defRPr>
                <a:solidFill>
                  <a:schemeClr val="accent1">
                    <a:lumMod val="50000"/>
                  </a:schemeClr>
                </a:solidFill>
              </a:defRPr>
            </a:lvl3pPr>
            <a:lvl4pPr marL="1600200" indent="-228600">
              <a:lnSpc>
                <a:spcPct val="150000"/>
              </a:lnSpc>
              <a:spcAft>
                <a:spcPts val="0"/>
              </a:spcAft>
              <a:buClr>
                <a:schemeClr val="accent1">
                  <a:lumMod val="50000"/>
                </a:schemeClr>
              </a:buClr>
              <a:buFont typeface="Arial" panose="020B0604020202020204" pitchFamily="34" charset="0"/>
              <a:buChar char="•"/>
              <a:defRPr>
                <a:solidFill>
                  <a:schemeClr val="accent1">
                    <a:lumMod val="50000"/>
                  </a:schemeClr>
                </a:solidFill>
              </a:defRPr>
            </a:lvl4pPr>
            <a:lvl5pPr marL="2057400" indent="-228600">
              <a:lnSpc>
                <a:spcPct val="150000"/>
              </a:lnSpc>
              <a:spcAft>
                <a:spcPts val="0"/>
              </a:spcAft>
              <a:buClr>
                <a:schemeClr val="accent1">
                  <a:lumMod val="50000"/>
                </a:schemeClr>
              </a:buClr>
              <a:buFont typeface="Arial" panose="020B0604020202020204" pitchFamily="34" charset="0"/>
              <a:buChar char="•"/>
              <a:defRPr>
                <a:solidFill>
                  <a:schemeClr val="accent1">
                    <a:lumMod val="50000"/>
                  </a:schemeClr>
                </a:solidFill>
              </a:defRPr>
            </a:lvl5pPr>
          </a:lstStyle>
          <a:p>
            <a:pPr marL="285750" marR="0" lvl="0" indent="-285750" algn="l" defTabSz="457200" rtl="0" eaLnBrk="1" fontAlgn="auto" latinLnBrk="0" hangingPunct="1">
              <a:lnSpc>
                <a:spcPct val="150000"/>
              </a:lnSpc>
              <a:spcBef>
                <a:spcPts val="0"/>
              </a:spcBef>
              <a:spcAft>
                <a:spcPts val="0"/>
              </a:spcAft>
              <a:buClr>
                <a:schemeClr val="accent1">
                  <a:lumMod val="50000"/>
                </a:schemeClr>
              </a:buClr>
              <a:buSzTx/>
              <a:buFont typeface="Arial" panose="020B0604020202020204" pitchFamily="34" charset="0"/>
              <a:buChar char="•"/>
              <a:tabLst/>
              <a:defRPr/>
            </a:pPr>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53668172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le and Two Content 4">
    <p:bg>
      <p:bgPr>
        <a:solidFill>
          <a:schemeClr val="accent1">
            <a:lumMod val="50000"/>
          </a:schemeClr>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336DB3CB-355C-968A-7F5F-71E0350408BA}"/>
              </a:ext>
              <a:ext uri="{C183D7F6-B498-43B3-948B-1728B52AA6E4}">
                <adec:decorative xmlns:adec="http://schemas.microsoft.com/office/drawing/2017/decorative" val="1"/>
              </a:ext>
            </a:extLst>
          </p:cNvPr>
          <p:cNvPicPr>
            <a:picLocks noChangeAspect="1"/>
          </p:cNvPicPr>
          <p:nvPr userDrawn="1"/>
        </p:nvPicPr>
        <p:blipFill rotWithShape="1">
          <a:blip r:embed="rId2" cstate="screen">
            <a:duotone>
              <a:prstClr val="black"/>
              <a:schemeClr val="accent1">
                <a:tint val="45000"/>
                <a:satMod val="400000"/>
              </a:schemeClr>
            </a:duotone>
            <a:alphaModFix amt="50000"/>
            <a:extLst>
              <a:ext uri="{28A0092B-C50C-407E-A947-70E740481C1C}">
                <a14:useLocalDpi xmlns:a14="http://schemas.microsoft.com/office/drawing/2010/main"/>
              </a:ext>
            </a:extLst>
          </a:blip>
          <a:srcRect/>
          <a:stretch/>
        </p:blipFill>
        <p:spPr>
          <a:xfrm rot="10800000">
            <a:off x="-2" y="0"/>
            <a:ext cx="12192001" cy="6858000"/>
          </a:xfrm>
          <a:prstGeom prst="rect">
            <a:avLst/>
          </a:prstGeom>
        </p:spPr>
      </p:pic>
      <p:sp>
        <p:nvSpPr>
          <p:cNvPr id="2" name="Rectangle 1">
            <a:extLst>
              <a:ext uri="{FF2B5EF4-FFF2-40B4-BE49-F238E27FC236}">
                <a16:creationId xmlns:a16="http://schemas.microsoft.com/office/drawing/2014/main" id="{281D7C89-8451-1944-C2B3-53AADAC99A01}"/>
              </a:ext>
              <a:ext uri="{C183D7F6-B498-43B3-948B-1728B52AA6E4}">
                <adec:decorative xmlns:adec="http://schemas.microsoft.com/office/drawing/2017/decorative" val="1"/>
              </a:ext>
            </a:extLst>
          </p:cNvPr>
          <p:cNvSpPr/>
          <p:nvPr userDrawn="1"/>
        </p:nvSpPr>
        <p:spPr>
          <a:xfrm>
            <a:off x="411678" y="422551"/>
            <a:ext cx="4223822" cy="6010146"/>
          </a:xfrm>
          <a:prstGeom prst="rect">
            <a:avLst/>
          </a:prstGeom>
          <a:solidFill>
            <a:schemeClr val="accent4">
              <a:lumMod val="40000"/>
              <a:lumOff val="60000"/>
            </a:schemeClr>
          </a:solidFill>
          <a:ln>
            <a:noFill/>
          </a:ln>
          <a:effectLst>
            <a:outerShdw blurRad="254000" dist="50800" dir="2700000" algn="tl" rotWithShape="0">
              <a:prstClr val="black">
                <a:alpha val="25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entury Gothic" panose="020B0502020202020204"/>
              <a:ea typeface="+mn-ea"/>
              <a:cs typeface="+mn-cs"/>
            </a:endParaRPr>
          </a:p>
        </p:txBody>
      </p:sp>
      <p:sp>
        <p:nvSpPr>
          <p:cNvPr id="3" name="Rectangle 2">
            <a:extLst>
              <a:ext uri="{FF2B5EF4-FFF2-40B4-BE49-F238E27FC236}">
                <a16:creationId xmlns:a16="http://schemas.microsoft.com/office/drawing/2014/main" id="{D26B15EB-5194-C74B-F881-D3DCBE854272}"/>
              </a:ext>
              <a:ext uri="{C183D7F6-B498-43B3-948B-1728B52AA6E4}">
                <adec:decorative xmlns:adec="http://schemas.microsoft.com/office/drawing/2017/decorative" val="1"/>
              </a:ext>
            </a:extLst>
          </p:cNvPr>
          <p:cNvSpPr/>
          <p:nvPr userDrawn="1"/>
        </p:nvSpPr>
        <p:spPr>
          <a:xfrm>
            <a:off x="4635499" y="422551"/>
            <a:ext cx="7144823" cy="6010146"/>
          </a:xfrm>
          <a:prstGeom prst="rect">
            <a:avLst/>
          </a:prstGeom>
          <a:solidFill>
            <a:schemeClr val="accent1">
              <a:lumMod val="50000"/>
            </a:schemeClr>
          </a:solidFill>
          <a:ln>
            <a:noFill/>
          </a:ln>
          <a:effectLst>
            <a:outerShdw blurRad="254000" dist="50800" dir="2700000" algn="tl" rotWithShape="0">
              <a:prstClr val="black">
                <a:alpha val="25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entury Gothic" panose="020B0502020202020204"/>
              <a:ea typeface="+mn-ea"/>
              <a:cs typeface="+mn-cs"/>
            </a:endParaRPr>
          </a:p>
        </p:txBody>
      </p:sp>
      <p:sp>
        <p:nvSpPr>
          <p:cNvPr id="9" name="Title 8">
            <a:extLst>
              <a:ext uri="{FF2B5EF4-FFF2-40B4-BE49-F238E27FC236}">
                <a16:creationId xmlns:a16="http://schemas.microsoft.com/office/drawing/2014/main" id="{5997EA3E-49E5-518D-63DB-0BD43D3ACFCD}"/>
              </a:ext>
            </a:extLst>
          </p:cNvPr>
          <p:cNvSpPr>
            <a:spLocks noGrp="1"/>
          </p:cNvSpPr>
          <p:nvPr>
            <p:ph type="title" hasCustomPrompt="1"/>
          </p:nvPr>
        </p:nvSpPr>
        <p:spPr>
          <a:xfrm>
            <a:off x="529935" y="924339"/>
            <a:ext cx="3990110" cy="5009322"/>
          </a:xfrm>
          <a:noFill/>
          <a:effectLst/>
        </p:spPr>
        <p:txBody>
          <a:bodyPr anchor="ctr"/>
          <a:lstStyle>
            <a:lvl1pPr algn="ctr">
              <a:defRPr sz="3600" spc="0" baseline="0">
                <a:solidFill>
                  <a:schemeClr val="accent1">
                    <a:lumMod val="50000"/>
                  </a:schemeClr>
                </a:solidFill>
                <a:effectLst/>
              </a:defRPr>
            </a:lvl1pPr>
          </a:lstStyle>
          <a:p>
            <a:r>
              <a:rPr lang="en-US" dirty="0"/>
              <a:t>Click to add title</a:t>
            </a:r>
          </a:p>
        </p:txBody>
      </p:sp>
      <p:sp>
        <p:nvSpPr>
          <p:cNvPr id="10" name="Content Placeholder 9">
            <a:extLst>
              <a:ext uri="{FF2B5EF4-FFF2-40B4-BE49-F238E27FC236}">
                <a16:creationId xmlns:a16="http://schemas.microsoft.com/office/drawing/2014/main" id="{77D6637B-A7C5-34FF-5B51-32392DAEABB2}"/>
              </a:ext>
            </a:extLst>
          </p:cNvPr>
          <p:cNvSpPr>
            <a:spLocks noGrp="1"/>
          </p:cNvSpPr>
          <p:nvPr>
            <p:ph sz="quarter" idx="10" hasCustomPrompt="1"/>
          </p:nvPr>
        </p:nvSpPr>
        <p:spPr>
          <a:xfrm>
            <a:off x="5153836" y="1371602"/>
            <a:ext cx="6177309" cy="1953489"/>
          </a:xfrm>
          <a:effectLst/>
        </p:spPr>
        <p:txBody>
          <a:bodyPr anchor="t"/>
          <a:lstStyle>
            <a:lvl1pPr marL="283464" indent="-283464">
              <a:lnSpc>
                <a:spcPct val="120000"/>
              </a:lnSpc>
              <a:spcBef>
                <a:spcPts val="0"/>
              </a:spcBef>
              <a:spcAft>
                <a:spcPts val="0"/>
              </a:spcAft>
              <a:buClr>
                <a:schemeClr val="tx1"/>
              </a:buClr>
              <a:buFont typeface="Arial" panose="020B0604020202020204" pitchFamily="34" charset="0"/>
              <a:buChar char="•"/>
              <a:defRPr/>
            </a:lvl1pPr>
            <a:lvl2pPr marL="742950" indent="-285750">
              <a:lnSpc>
                <a:spcPct val="120000"/>
              </a:lnSpc>
              <a:spcBef>
                <a:spcPts val="0"/>
              </a:spcBef>
              <a:spcAft>
                <a:spcPts val="0"/>
              </a:spcAft>
              <a:buClr>
                <a:schemeClr val="tx1"/>
              </a:buClr>
              <a:buFont typeface="Arial" panose="020B0604020202020204" pitchFamily="34" charset="0"/>
              <a:buChar char="•"/>
              <a:defRPr/>
            </a:lvl2pPr>
            <a:lvl3pPr marL="1143000" indent="-228600">
              <a:lnSpc>
                <a:spcPct val="120000"/>
              </a:lnSpc>
              <a:spcBef>
                <a:spcPts val="0"/>
              </a:spcBef>
              <a:spcAft>
                <a:spcPts val="0"/>
              </a:spcAft>
              <a:buClr>
                <a:schemeClr val="tx1"/>
              </a:buClr>
              <a:buFont typeface="Arial" panose="020B0604020202020204" pitchFamily="34" charset="0"/>
              <a:buChar char="•"/>
              <a:defRPr/>
            </a:lvl3pPr>
            <a:lvl4pPr marL="1600200" indent="-228600">
              <a:lnSpc>
                <a:spcPct val="120000"/>
              </a:lnSpc>
              <a:spcBef>
                <a:spcPts val="0"/>
              </a:spcBef>
              <a:spcAft>
                <a:spcPts val="0"/>
              </a:spcAft>
              <a:buClr>
                <a:schemeClr val="tx1"/>
              </a:buClr>
              <a:buFont typeface="Arial" panose="020B0604020202020204" pitchFamily="34" charset="0"/>
              <a:buChar char="•"/>
              <a:defRPr/>
            </a:lvl4pPr>
            <a:lvl5pPr marL="2057400" indent="-228600">
              <a:lnSpc>
                <a:spcPct val="120000"/>
              </a:lnSpc>
              <a:spcBef>
                <a:spcPts val="0"/>
              </a:spcBef>
              <a:spcAft>
                <a:spcPts val="0"/>
              </a:spcAft>
              <a:buClr>
                <a:schemeClr val="tx1"/>
              </a:buClr>
              <a:buFont typeface="Arial" panose="020B0604020202020204" pitchFamily="34" charset="0"/>
              <a:buChar char="•"/>
              <a:defRPr/>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cxnSp>
        <p:nvCxnSpPr>
          <p:cNvPr id="5" name="Straight Connector 4">
            <a:extLst>
              <a:ext uri="{FF2B5EF4-FFF2-40B4-BE49-F238E27FC236}">
                <a16:creationId xmlns:a16="http://schemas.microsoft.com/office/drawing/2014/main" id="{A087279F-936E-0F41-B533-7990D668D7CF}"/>
              </a:ext>
              <a:ext uri="{C183D7F6-B498-43B3-948B-1728B52AA6E4}">
                <adec:decorative xmlns:adec="http://schemas.microsoft.com/office/drawing/2017/decorative" val="1"/>
              </a:ext>
            </a:extLst>
          </p:cNvPr>
          <p:cNvCxnSpPr>
            <a:cxnSpLocks/>
          </p:cNvCxnSpPr>
          <p:nvPr userDrawn="1"/>
        </p:nvCxnSpPr>
        <p:spPr>
          <a:xfrm>
            <a:off x="5153836" y="3446156"/>
            <a:ext cx="6177309" cy="0"/>
          </a:xfrm>
          <a:prstGeom prst="line">
            <a:avLst/>
          </a:prstGeom>
          <a:ln w="19050">
            <a:solidFill>
              <a:schemeClr val="accent4">
                <a:lumMod val="40000"/>
                <a:lumOff val="60000"/>
              </a:schemeClr>
            </a:solidFill>
          </a:ln>
        </p:spPr>
        <p:style>
          <a:lnRef idx="1">
            <a:schemeClr val="accent1"/>
          </a:lnRef>
          <a:fillRef idx="0">
            <a:schemeClr val="accent1"/>
          </a:fillRef>
          <a:effectRef idx="0">
            <a:schemeClr val="accent1"/>
          </a:effectRef>
          <a:fontRef idx="minor">
            <a:schemeClr val="tx1"/>
          </a:fontRef>
        </p:style>
      </p:cxnSp>
      <p:sp>
        <p:nvSpPr>
          <p:cNvPr id="6" name="Content Placeholder 9">
            <a:extLst>
              <a:ext uri="{FF2B5EF4-FFF2-40B4-BE49-F238E27FC236}">
                <a16:creationId xmlns:a16="http://schemas.microsoft.com/office/drawing/2014/main" id="{CDD03AA1-6D53-FEB1-9B22-57C1066DA336}"/>
              </a:ext>
            </a:extLst>
          </p:cNvPr>
          <p:cNvSpPr>
            <a:spLocks noGrp="1"/>
          </p:cNvSpPr>
          <p:nvPr>
            <p:ph sz="quarter" idx="11" hasCustomPrompt="1"/>
          </p:nvPr>
        </p:nvSpPr>
        <p:spPr>
          <a:xfrm>
            <a:off x="5153836" y="3745924"/>
            <a:ext cx="6177309" cy="2238918"/>
          </a:xfrm>
          <a:effectLst/>
        </p:spPr>
        <p:txBody>
          <a:bodyPr anchor="t"/>
          <a:lstStyle>
            <a:lvl1pPr marL="283464" indent="-283464">
              <a:lnSpc>
                <a:spcPct val="120000"/>
              </a:lnSpc>
              <a:spcBef>
                <a:spcPts val="0"/>
              </a:spcBef>
              <a:spcAft>
                <a:spcPts val="0"/>
              </a:spcAft>
              <a:buClr>
                <a:schemeClr val="tx1"/>
              </a:buClr>
              <a:buFont typeface="Arial" panose="020B0604020202020204" pitchFamily="34" charset="0"/>
              <a:buChar char="•"/>
              <a:defRPr/>
            </a:lvl1pPr>
            <a:lvl2pPr marL="742950" indent="-285750">
              <a:lnSpc>
                <a:spcPct val="120000"/>
              </a:lnSpc>
              <a:spcBef>
                <a:spcPts val="0"/>
              </a:spcBef>
              <a:spcAft>
                <a:spcPts val="0"/>
              </a:spcAft>
              <a:buClr>
                <a:schemeClr val="tx1"/>
              </a:buClr>
              <a:buFont typeface="Arial" panose="020B0604020202020204" pitchFamily="34" charset="0"/>
              <a:buChar char="•"/>
              <a:defRPr/>
            </a:lvl2pPr>
            <a:lvl3pPr marL="1143000" indent="-228600">
              <a:lnSpc>
                <a:spcPct val="120000"/>
              </a:lnSpc>
              <a:spcBef>
                <a:spcPts val="0"/>
              </a:spcBef>
              <a:spcAft>
                <a:spcPts val="0"/>
              </a:spcAft>
              <a:buClr>
                <a:schemeClr val="tx1"/>
              </a:buClr>
              <a:buFont typeface="Arial" panose="020B0604020202020204" pitchFamily="34" charset="0"/>
              <a:buChar char="•"/>
              <a:defRPr/>
            </a:lvl3pPr>
            <a:lvl4pPr marL="1600200" indent="-228600">
              <a:lnSpc>
                <a:spcPct val="120000"/>
              </a:lnSpc>
              <a:spcBef>
                <a:spcPts val="0"/>
              </a:spcBef>
              <a:spcAft>
                <a:spcPts val="0"/>
              </a:spcAft>
              <a:buClr>
                <a:schemeClr val="tx1"/>
              </a:buClr>
              <a:buFont typeface="Arial" panose="020B0604020202020204" pitchFamily="34" charset="0"/>
              <a:buChar char="•"/>
              <a:defRPr/>
            </a:lvl4pPr>
            <a:lvl5pPr marL="2057400" indent="-228600">
              <a:lnSpc>
                <a:spcPct val="120000"/>
              </a:lnSpc>
              <a:spcBef>
                <a:spcPts val="0"/>
              </a:spcBef>
              <a:spcAft>
                <a:spcPts val="0"/>
              </a:spcAft>
              <a:buClr>
                <a:schemeClr val="tx1"/>
              </a:buClr>
              <a:buFont typeface="Arial" panose="020B0604020202020204" pitchFamily="34" charset="0"/>
              <a:buChar char="•"/>
              <a:defRPr/>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376937119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Quote 2">
    <p:bg>
      <p:bgPr>
        <a:solidFill>
          <a:schemeClr val="accent1">
            <a:lumMod val="50000"/>
          </a:schemeClr>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859176A3-24B8-086B-739F-2B3DCE8BE094}"/>
              </a:ext>
              <a:ext uri="{C183D7F6-B498-43B3-948B-1728B52AA6E4}">
                <adec:decorative xmlns:adec="http://schemas.microsoft.com/office/drawing/2017/decorative" val="1"/>
              </a:ext>
            </a:extLst>
          </p:cNvPr>
          <p:cNvPicPr>
            <a:picLocks noChangeAspect="1"/>
          </p:cNvPicPr>
          <p:nvPr userDrawn="1"/>
        </p:nvPicPr>
        <p:blipFill rotWithShape="1">
          <a:blip r:embed="rId2" cstate="screen">
            <a:duotone>
              <a:prstClr val="black"/>
              <a:schemeClr val="accent1">
                <a:tint val="45000"/>
                <a:satMod val="400000"/>
              </a:schemeClr>
            </a:duotone>
            <a:alphaModFix amt="50000"/>
            <a:extLst>
              <a:ext uri="{28A0092B-C50C-407E-A947-70E740481C1C}">
                <a14:useLocalDpi xmlns:a14="http://schemas.microsoft.com/office/drawing/2010/main"/>
              </a:ext>
            </a:extLst>
          </a:blip>
          <a:srcRect/>
          <a:stretch/>
        </p:blipFill>
        <p:spPr>
          <a:xfrm rot="5400000">
            <a:off x="2666999" y="-2654300"/>
            <a:ext cx="6858000" cy="12166601"/>
          </a:xfrm>
          <a:prstGeom prst="rect">
            <a:avLst/>
          </a:prstGeom>
        </p:spPr>
      </p:pic>
      <p:sp>
        <p:nvSpPr>
          <p:cNvPr id="4" name="Rectangle 3">
            <a:extLst>
              <a:ext uri="{FF2B5EF4-FFF2-40B4-BE49-F238E27FC236}">
                <a16:creationId xmlns:a16="http://schemas.microsoft.com/office/drawing/2014/main" id="{BA96EFAA-0851-646A-8758-C20243901E54}"/>
              </a:ext>
              <a:ext uri="{C183D7F6-B498-43B3-948B-1728B52AA6E4}">
                <adec:decorative xmlns:adec="http://schemas.microsoft.com/office/drawing/2017/decorative" val="1"/>
              </a:ext>
            </a:extLst>
          </p:cNvPr>
          <p:cNvSpPr/>
          <p:nvPr userDrawn="1"/>
        </p:nvSpPr>
        <p:spPr>
          <a:xfrm>
            <a:off x="381000" y="422551"/>
            <a:ext cx="11424920" cy="6010146"/>
          </a:xfrm>
          <a:prstGeom prst="rect">
            <a:avLst/>
          </a:prstGeom>
          <a:solidFill>
            <a:schemeClr val="accent1">
              <a:lumMod val="50000"/>
            </a:schemeClr>
          </a:solidFill>
          <a:ln>
            <a:noFill/>
          </a:ln>
          <a:effectLst>
            <a:outerShdw blurRad="254000" dist="50800" dir="2700000" algn="tl" rotWithShape="0">
              <a:prstClr val="black">
                <a:alpha val="25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entury Gothic" panose="020B0502020202020204"/>
              <a:ea typeface="+mn-ea"/>
              <a:cs typeface="+mn-cs"/>
            </a:endParaRPr>
          </a:p>
        </p:txBody>
      </p:sp>
      <p:sp>
        <p:nvSpPr>
          <p:cNvPr id="9" name="Title 8">
            <a:extLst>
              <a:ext uri="{FF2B5EF4-FFF2-40B4-BE49-F238E27FC236}">
                <a16:creationId xmlns:a16="http://schemas.microsoft.com/office/drawing/2014/main" id="{5997EA3E-49E5-518D-63DB-0BD43D3ACFCD}"/>
              </a:ext>
            </a:extLst>
          </p:cNvPr>
          <p:cNvSpPr>
            <a:spLocks noGrp="1"/>
          </p:cNvSpPr>
          <p:nvPr>
            <p:ph type="title" hasCustomPrompt="1"/>
          </p:nvPr>
        </p:nvSpPr>
        <p:spPr>
          <a:xfrm>
            <a:off x="810001" y="685800"/>
            <a:ext cx="10571998" cy="2983528"/>
          </a:xfrm>
          <a:effectLst/>
        </p:spPr>
        <p:txBody>
          <a:bodyPr/>
          <a:lstStyle>
            <a:lvl1pPr algn="ctr">
              <a:defRPr sz="3600" spc="0" baseline="0">
                <a:solidFill>
                  <a:schemeClr val="accent4">
                    <a:lumMod val="60000"/>
                    <a:lumOff val="40000"/>
                  </a:schemeClr>
                </a:solidFill>
                <a:effectLst/>
              </a:defRPr>
            </a:lvl1pPr>
          </a:lstStyle>
          <a:p>
            <a:r>
              <a:rPr lang="en-US" dirty="0"/>
              <a:t>Click to add title</a:t>
            </a:r>
          </a:p>
        </p:txBody>
      </p:sp>
    </p:spTree>
    <p:extLst>
      <p:ext uri="{BB962C8B-B14F-4D97-AF65-F5344CB8AC3E}">
        <p14:creationId xmlns:p14="http://schemas.microsoft.com/office/powerpoint/2010/main" val="402340311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itle Content and Table">
    <p:bg>
      <p:bgPr>
        <a:solidFill>
          <a:schemeClr val="accent1">
            <a:lumMod val="50000"/>
          </a:schemeClr>
        </a:solidFill>
        <a:effectLst/>
      </p:bgPr>
    </p:bg>
    <p:spTree>
      <p:nvGrpSpPr>
        <p:cNvPr id="1" name=""/>
        <p:cNvGrpSpPr/>
        <p:nvPr/>
      </p:nvGrpSpPr>
      <p:grpSpPr>
        <a:xfrm>
          <a:off x="0" y="0"/>
          <a:ext cx="0" cy="0"/>
          <a:chOff x="0" y="0"/>
          <a:chExt cx="0" cy="0"/>
        </a:xfrm>
      </p:grpSpPr>
      <p:sp>
        <p:nvSpPr>
          <p:cNvPr id="17" name="Rectangle 16">
            <a:extLst>
              <a:ext uri="{FF2B5EF4-FFF2-40B4-BE49-F238E27FC236}">
                <a16:creationId xmlns:a16="http://schemas.microsoft.com/office/drawing/2014/main" id="{812B799F-04B8-4A62-EB7D-F17311231B8E}"/>
              </a:ext>
              <a:ext uri="{C183D7F6-B498-43B3-948B-1728B52AA6E4}">
                <adec:decorative xmlns:adec="http://schemas.microsoft.com/office/drawing/2017/decorative" val="1"/>
              </a:ext>
            </a:extLst>
          </p:cNvPr>
          <p:cNvSpPr/>
          <p:nvPr userDrawn="1"/>
        </p:nvSpPr>
        <p:spPr>
          <a:xfrm>
            <a:off x="7556500" y="0"/>
            <a:ext cx="4635500" cy="6858000"/>
          </a:xfrm>
          <a:prstGeom prst="rect">
            <a:avLst/>
          </a:prstGeom>
          <a:solidFill>
            <a:schemeClr val="accent4">
              <a:lumMod val="40000"/>
              <a:lumOff val="60000"/>
            </a:schemeClr>
          </a:solidFill>
          <a:ln>
            <a:noFill/>
          </a:ln>
          <a:effectLst>
            <a:outerShdw blurRad="254000" dist="50800" dir="2700000" algn="tl" rotWithShape="0">
              <a:prstClr val="black">
                <a:alpha val="25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entury Gothic" panose="020B0502020202020204"/>
              <a:ea typeface="+mn-ea"/>
              <a:cs typeface="+mn-cs"/>
            </a:endParaRPr>
          </a:p>
        </p:txBody>
      </p:sp>
      <p:sp>
        <p:nvSpPr>
          <p:cNvPr id="7" name="Rectangle 6">
            <a:extLst>
              <a:ext uri="{FF2B5EF4-FFF2-40B4-BE49-F238E27FC236}">
                <a16:creationId xmlns:a16="http://schemas.microsoft.com/office/drawing/2014/main" id="{08F310BE-5861-E73D-5979-D11A971516CF}"/>
              </a:ext>
              <a:ext uri="{C183D7F6-B498-43B3-948B-1728B52AA6E4}">
                <adec:decorative xmlns:adec="http://schemas.microsoft.com/office/drawing/2017/decorative" val="1"/>
              </a:ext>
            </a:extLst>
          </p:cNvPr>
          <p:cNvSpPr/>
          <p:nvPr userDrawn="1"/>
        </p:nvSpPr>
        <p:spPr>
          <a:xfrm>
            <a:off x="500270" y="487680"/>
            <a:ext cx="6482080" cy="5902960"/>
          </a:xfrm>
          <a:prstGeom prst="rect">
            <a:avLst/>
          </a:prstGeom>
          <a:solidFill>
            <a:schemeClr val="accent1">
              <a:lumMod val="50000"/>
            </a:schemeClr>
          </a:solidFill>
          <a:ln>
            <a:noFill/>
          </a:ln>
          <a:effectLst>
            <a:outerShdw blurRad="254000" dist="50800" dir="2700000" algn="tl" rotWithShape="0">
              <a:prstClr val="black">
                <a:alpha val="25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entury Gothic" panose="020B0502020202020204"/>
              <a:ea typeface="+mn-ea"/>
              <a:cs typeface="+mn-cs"/>
            </a:endParaRPr>
          </a:p>
        </p:txBody>
      </p:sp>
      <p:pic>
        <p:nvPicPr>
          <p:cNvPr id="8" name="Picture 7">
            <a:extLst>
              <a:ext uri="{FF2B5EF4-FFF2-40B4-BE49-F238E27FC236}">
                <a16:creationId xmlns:a16="http://schemas.microsoft.com/office/drawing/2014/main" id="{AA12F5E6-EC22-5E10-94FB-5E546A7B9123}"/>
              </a:ext>
              <a:ext uri="{C183D7F6-B498-43B3-948B-1728B52AA6E4}">
                <adec:decorative xmlns:adec="http://schemas.microsoft.com/office/drawing/2017/decorative" val="1"/>
              </a:ext>
            </a:extLst>
          </p:cNvPr>
          <p:cNvPicPr>
            <a:picLocks noChangeAspect="1"/>
          </p:cNvPicPr>
          <p:nvPr userDrawn="1"/>
        </p:nvPicPr>
        <p:blipFill rotWithShape="1">
          <a:blip r:embed="rId2" cstate="screen">
            <a:duotone>
              <a:prstClr val="black"/>
              <a:schemeClr val="accent1">
                <a:tint val="45000"/>
                <a:satMod val="400000"/>
              </a:schemeClr>
            </a:duotone>
            <a:alphaModFix amt="50000"/>
            <a:extLst>
              <a:ext uri="{28A0092B-C50C-407E-A947-70E740481C1C}">
                <a14:useLocalDpi xmlns:a14="http://schemas.microsoft.com/office/drawing/2010/main"/>
              </a:ext>
            </a:extLst>
          </a:blip>
          <a:srcRect/>
          <a:stretch/>
        </p:blipFill>
        <p:spPr>
          <a:xfrm rot="10800000">
            <a:off x="495630" y="477518"/>
            <a:ext cx="6482079" cy="5913121"/>
          </a:xfrm>
          <a:prstGeom prst="rect">
            <a:avLst/>
          </a:prstGeom>
        </p:spPr>
      </p:pic>
      <p:sp>
        <p:nvSpPr>
          <p:cNvPr id="9" name="Title 8">
            <a:extLst>
              <a:ext uri="{FF2B5EF4-FFF2-40B4-BE49-F238E27FC236}">
                <a16:creationId xmlns:a16="http://schemas.microsoft.com/office/drawing/2014/main" id="{5997EA3E-49E5-518D-63DB-0BD43D3ACFCD}"/>
              </a:ext>
            </a:extLst>
          </p:cNvPr>
          <p:cNvSpPr>
            <a:spLocks noGrp="1"/>
          </p:cNvSpPr>
          <p:nvPr>
            <p:ph type="title" hasCustomPrompt="1"/>
          </p:nvPr>
        </p:nvSpPr>
        <p:spPr>
          <a:xfrm>
            <a:off x="8036952" y="477518"/>
            <a:ext cx="3829465" cy="2693887"/>
          </a:xfrm>
          <a:noFill/>
          <a:effectLst/>
        </p:spPr>
        <p:txBody>
          <a:bodyPr anchor="b"/>
          <a:lstStyle>
            <a:lvl1pPr algn="l">
              <a:defRPr sz="3600" spc="0" baseline="0">
                <a:solidFill>
                  <a:schemeClr val="accent1">
                    <a:lumMod val="50000"/>
                  </a:schemeClr>
                </a:solidFill>
                <a:effectLst/>
              </a:defRPr>
            </a:lvl1pPr>
          </a:lstStyle>
          <a:p>
            <a:r>
              <a:rPr lang="en-US" dirty="0"/>
              <a:t>Click to add title</a:t>
            </a:r>
          </a:p>
        </p:txBody>
      </p:sp>
      <p:sp>
        <p:nvSpPr>
          <p:cNvPr id="13" name="Table Placeholder 12">
            <a:extLst>
              <a:ext uri="{FF2B5EF4-FFF2-40B4-BE49-F238E27FC236}">
                <a16:creationId xmlns:a16="http://schemas.microsoft.com/office/drawing/2014/main" id="{14BBA88A-FAA8-CE13-2A76-BF8B014AE343}"/>
              </a:ext>
            </a:extLst>
          </p:cNvPr>
          <p:cNvSpPr>
            <a:spLocks noGrp="1"/>
          </p:cNvSpPr>
          <p:nvPr>
            <p:ph type="tbl" sz="quarter" idx="11"/>
          </p:nvPr>
        </p:nvSpPr>
        <p:spPr>
          <a:xfrm>
            <a:off x="952500" y="909638"/>
            <a:ext cx="5578475" cy="5038725"/>
          </a:xfrm>
        </p:spPr>
        <p:txBody>
          <a:bodyPr anchor="t"/>
          <a:lstStyle>
            <a:lvl1pPr marL="0" indent="0" algn="ctr">
              <a:buNone/>
              <a:defRPr/>
            </a:lvl1pPr>
          </a:lstStyle>
          <a:p>
            <a:r>
              <a:rPr lang="en-US"/>
              <a:t>Click icon to add table</a:t>
            </a:r>
            <a:endParaRPr lang="en-US" dirty="0"/>
          </a:p>
        </p:txBody>
      </p:sp>
      <p:sp>
        <p:nvSpPr>
          <p:cNvPr id="5" name="Content Placeholder 9">
            <a:extLst>
              <a:ext uri="{FF2B5EF4-FFF2-40B4-BE49-F238E27FC236}">
                <a16:creationId xmlns:a16="http://schemas.microsoft.com/office/drawing/2014/main" id="{0E96890F-0832-5087-193F-70CF33DEE0AD}"/>
              </a:ext>
            </a:extLst>
          </p:cNvPr>
          <p:cNvSpPr>
            <a:spLocks noGrp="1"/>
          </p:cNvSpPr>
          <p:nvPr>
            <p:ph sz="quarter" idx="10" hasCustomPrompt="1"/>
          </p:nvPr>
        </p:nvSpPr>
        <p:spPr>
          <a:xfrm>
            <a:off x="8036953" y="3449781"/>
            <a:ext cx="3829465" cy="2940860"/>
          </a:xfrm>
          <a:effectLst/>
        </p:spPr>
        <p:txBody>
          <a:bodyPr anchor="t"/>
          <a:lstStyle>
            <a:lvl1pPr marL="285750" indent="-285750">
              <a:lnSpc>
                <a:spcPct val="150000"/>
              </a:lnSpc>
              <a:spcBef>
                <a:spcPts val="0"/>
              </a:spcBef>
              <a:spcAft>
                <a:spcPts val="0"/>
              </a:spcAft>
              <a:buClr>
                <a:schemeClr val="accent1">
                  <a:lumMod val="50000"/>
                </a:schemeClr>
              </a:buClr>
              <a:buFont typeface="Arial" panose="020B0604020202020204" pitchFamily="34" charset="0"/>
              <a:buChar char="•"/>
              <a:defRPr>
                <a:solidFill>
                  <a:schemeClr val="accent1">
                    <a:lumMod val="50000"/>
                  </a:schemeClr>
                </a:solidFill>
              </a:defRPr>
            </a:lvl1pPr>
            <a:lvl2pPr marL="742950" indent="-285750">
              <a:lnSpc>
                <a:spcPct val="150000"/>
              </a:lnSpc>
              <a:spcAft>
                <a:spcPts val="0"/>
              </a:spcAft>
              <a:buClr>
                <a:schemeClr val="accent1">
                  <a:lumMod val="50000"/>
                </a:schemeClr>
              </a:buClr>
              <a:buFont typeface="Arial" panose="020B0604020202020204" pitchFamily="34" charset="0"/>
              <a:buChar char="•"/>
              <a:defRPr>
                <a:solidFill>
                  <a:schemeClr val="accent1">
                    <a:lumMod val="50000"/>
                  </a:schemeClr>
                </a:solidFill>
              </a:defRPr>
            </a:lvl2pPr>
            <a:lvl3pPr marL="1143000" indent="-228600">
              <a:lnSpc>
                <a:spcPct val="150000"/>
              </a:lnSpc>
              <a:spcAft>
                <a:spcPts val="0"/>
              </a:spcAft>
              <a:buClr>
                <a:schemeClr val="accent1">
                  <a:lumMod val="50000"/>
                </a:schemeClr>
              </a:buClr>
              <a:buFont typeface="Arial" panose="020B0604020202020204" pitchFamily="34" charset="0"/>
              <a:buChar char="•"/>
              <a:defRPr>
                <a:solidFill>
                  <a:schemeClr val="accent1">
                    <a:lumMod val="50000"/>
                  </a:schemeClr>
                </a:solidFill>
              </a:defRPr>
            </a:lvl3pPr>
            <a:lvl4pPr marL="1600200" indent="-228600">
              <a:lnSpc>
                <a:spcPct val="150000"/>
              </a:lnSpc>
              <a:spcAft>
                <a:spcPts val="0"/>
              </a:spcAft>
              <a:buClr>
                <a:schemeClr val="accent1">
                  <a:lumMod val="50000"/>
                </a:schemeClr>
              </a:buClr>
              <a:buFont typeface="Arial" panose="020B0604020202020204" pitchFamily="34" charset="0"/>
              <a:buChar char="•"/>
              <a:defRPr>
                <a:solidFill>
                  <a:schemeClr val="accent1">
                    <a:lumMod val="50000"/>
                  </a:schemeClr>
                </a:solidFill>
              </a:defRPr>
            </a:lvl4pPr>
            <a:lvl5pPr marL="2057400" indent="-228600">
              <a:lnSpc>
                <a:spcPct val="150000"/>
              </a:lnSpc>
              <a:spcAft>
                <a:spcPts val="0"/>
              </a:spcAft>
              <a:buClr>
                <a:schemeClr val="accent1">
                  <a:lumMod val="50000"/>
                </a:schemeClr>
              </a:buClr>
              <a:buFont typeface="Arial" panose="020B0604020202020204" pitchFamily="34" charset="0"/>
              <a:buChar char="•"/>
              <a:defRPr>
                <a:solidFill>
                  <a:schemeClr val="accent1">
                    <a:lumMod val="50000"/>
                  </a:schemeClr>
                </a:solidFill>
              </a:defRPr>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31281866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itle and Table">
    <p:bg>
      <p:bgPr>
        <a:solidFill>
          <a:schemeClr val="accent1">
            <a:lumMod val="50000"/>
          </a:schemeClr>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859176A3-24B8-086B-739F-2B3DCE8BE094}"/>
              </a:ext>
              <a:ext uri="{C183D7F6-B498-43B3-948B-1728B52AA6E4}">
                <adec:decorative xmlns:adec="http://schemas.microsoft.com/office/drawing/2017/decorative" val="1"/>
              </a:ext>
            </a:extLst>
          </p:cNvPr>
          <p:cNvPicPr>
            <a:picLocks noChangeAspect="1"/>
          </p:cNvPicPr>
          <p:nvPr userDrawn="1"/>
        </p:nvPicPr>
        <p:blipFill rotWithShape="1">
          <a:blip r:embed="rId2" cstate="screen">
            <a:duotone>
              <a:prstClr val="black"/>
              <a:schemeClr val="accent1">
                <a:tint val="45000"/>
                <a:satMod val="400000"/>
              </a:schemeClr>
            </a:duotone>
            <a:alphaModFix amt="50000"/>
            <a:extLst>
              <a:ext uri="{28A0092B-C50C-407E-A947-70E740481C1C}">
                <a14:useLocalDpi xmlns:a14="http://schemas.microsoft.com/office/drawing/2010/main"/>
              </a:ext>
            </a:extLst>
          </a:blip>
          <a:srcRect/>
          <a:stretch/>
        </p:blipFill>
        <p:spPr>
          <a:xfrm rot="5400000">
            <a:off x="2666999" y="-2654300"/>
            <a:ext cx="6858000" cy="12166601"/>
          </a:xfrm>
          <a:prstGeom prst="rect">
            <a:avLst/>
          </a:prstGeom>
        </p:spPr>
      </p:pic>
      <p:sp>
        <p:nvSpPr>
          <p:cNvPr id="4" name="Rectangle 3">
            <a:extLst>
              <a:ext uri="{FF2B5EF4-FFF2-40B4-BE49-F238E27FC236}">
                <a16:creationId xmlns:a16="http://schemas.microsoft.com/office/drawing/2014/main" id="{BA96EFAA-0851-646A-8758-C20243901E54}"/>
              </a:ext>
              <a:ext uri="{C183D7F6-B498-43B3-948B-1728B52AA6E4}">
                <adec:decorative xmlns:adec="http://schemas.microsoft.com/office/drawing/2017/decorative" val="1"/>
              </a:ext>
            </a:extLst>
          </p:cNvPr>
          <p:cNvSpPr/>
          <p:nvPr userDrawn="1"/>
        </p:nvSpPr>
        <p:spPr>
          <a:xfrm>
            <a:off x="381000" y="422551"/>
            <a:ext cx="11424920" cy="6010146"/>
          </a:xfrm>
          <a:prstGeom prst="rect">
            <a:avLst/>
          </a:prstGeom>
          <a:solidFill>
            <a:schemeClr val="accent1">
              <a:lumMod val="50000"/>
            </a:schemeClr>
          </a:solidFill>
          <a:ln>
            <a:noFill/>
          </a:ln>
          <a:effectLst>
            <a:outerShdw blurRad="254000" dist="50800" dir="2700000" algn="tl" rotWithShape="0">
              <a:prstClr val="black">
                <a:alpha val="25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entury Gothic" panose="020B0502020202020204"/>
              <a:ea typeface="+mn-ea"/>
              <a:cs typeface="+mn-cs"/>
            </a:endParaRPr>
          </a:p>
        </p:txBody>
      </p:sp>
      <p:sp>
        <p:nvSpPr>
          <p:cNvPr id="9" name="Title 8">
            <a:extLst>
              <a:ext uri="{FF2B5EF4-FFF2-40B4-BE49-F238E27FC236}">
                <a16:creationId xmlns:a16="http://schemas.microsoft.com/office/drawing/2014/main" id="{5997EA3E-49E5-518D-63DB-0BD43D3ACFCD}"/>
              </a:ext>
            </a:extLst>
          </p:cNvPr>
          <p:cNvSpPr>
            <a:spLocks noGrp="1"/>
          </p:cNvSpPr>
          <p:nvPr>
            <p:ph type="title" hasCustomPrompt="1"/>
          </p:nvPr>
        </p:nvSpPr>
        <p:spPr>
          <a:xfrm>
            <a:off x="488373" y="571501"/>
            <a:ext cx="11139054" cy="1028699"/>
          </a:xfrm>
          <a:effectLst/>
        </p:spPr>
        <p:txBody>
          <a:bodyPr anchor="ctr"/>
          <a:lstStyle>
            <a:lvl1pPr algn="ctr">
              <a:defRPr sz="3600" spc="0" baseline="0">
                <a:solidFill>
                  <a:schemeClr val="tx1"/>
                </a:solidFill>
                <a:effectLst/>
              </a:defRPr>
            </a:lvl1pPr>
          </a:lstStyle>
          <a:p>
            <a:r>
              <a:rPr lang="en-US" dirty="0"/>
              <a:t>Click to add title</a:t>
            </a:r>
          </a:p>
        </p:txBody>
      </p:sp>
      <p:sp>
        <p:nvSpPr>
          <p:cNvPr id="11" name="Table Placeholder 10">
            <a:extLst>
              <a:ext uri="{FF2B5EF4-FFF2-40B4-BE49-F238E27FC236}">
                <a16:creationId xmlns:a16="http://schemas.microsoft.com/office/drawing/2014/main" id="{E10735F5-6B7D-348D-AC70-8BC10CB5F70A}"/>
              </a:ext>
            </a:extLst>
          </p:cNvPr>
          <p:cNvSpPr>
            <a:spLocks noGrp="1"/>
          </p:cNvSpPr>
          <p:nvPr>
            <p:ph type="tbl" sz="quarter" idx="10"/>
          </p:nvPr>
        </p:nvSpPr>
        <p:spPr>
          <a:xfrm>
            <a:off x="838200" y="1860550"/>
            <a:ext cx="10515600" cy="4198938"/>
          </a:xfrm>
        </p:spPr>
        <p:txBody>
          <a:bodyPr anchor="t"/>
          <a:lstStyle>
            <a:lvl1pPr marL="0" indent="0" algn="ctr">
              <a:buNone/>
              <a:defRPr/>
            </a:lvl1pPr>
          </a:lstStyle>
          <a:p>
            <a:r>
              <a:rPr lang="en-US"/>
              <a:t>Click icon to add table</a:t>
            </a:r>
            <a:endParaRPr lang="en-US" dirty="0"/>
          </a:p>
        </p:txBody>
      </p:sp>
    </p:spTree>
    <p:extLst>
      <p:ext uri="{BB962C8B-B14F-4D97-AF65-F5344CB8AC3E}">
        <p14:creationId xmlns:p14="http://schemas.microsoft.com/office/powerpoint/2010/main" val="191263479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Section Title 2">
    <p:bg>
      <p:bgPr>
        <a:solidFill>
          <a:schemeClr val="accent1">
            <a:lumMod val="50000"/>
          </a:schemeClr>
        </a:solidFill>
        <a:effectLst/>
      </p:bgPr>
    </p:bg>
    <p:spTree>
      <p:nvGrpSpPr>
        <p:cNvPr id="1" name=""/>
        <p:cNvGrpSpPr/>
        <p:nvPr/>
      </p:nvGrpSpPr>
      <p:grpSpPr>
        <a:xfrm>
          <a:off x="0" y="0"/>
          <a:ext cx="0" cy="0"/>
          <a:chOff x="0" y="0"/>
          <a:chExt cx="0" cy="0"/>
        </a:xfrm>
      </p:grpSpPr>
      <p:grpSp>
        <p:nvGrpSpPr>
          <p:cNvPr id="2" name="Group 1">
            <a:extLst>
              <a:ext uri="{FF2B5EF4-FFF2-40B4-BE49-F238E27FC236}">
                <a16:creationId xmlns:a16="http://schemas.microsoft.com/office/drawing/2014/main" id="{2FDAFCA1-BDD9-1108-8F95-E3FC1A7935C1}"/>
              </a:ext>
              <a:ext uri="{C183D7F6-B498-43B3-948B-1728B52AA6E4}">
                <adec:decorative xmlns:adec="http://schemas.microsoft.com/office/drawing/2017/decorative" val="1"/>
              </a:ext>
            </a:extLst>
          </p:cNvPr>
          <p:cNvGrpSpPr/>
          <p:nvPr userDrawn="1"/>
        </p:nvGrpSpPr>
        <p:grpSpPr>
          <a:xfrm rot="10800000">
            <a:off x="0" y="0"/>
            <a:ext cx="11532896" cy="6858000"/>
            <a:chOff x="659106" y="0"/>
            <a:chExt cx="11532896" cy="6858000"/>
          </a:xfrm>
        </p:grpSpPr>
        <p:sp>
          <p:nvSpPr>
            <p:cNvPr id="3" name="Rectangle 2">
              <a:extLst>
                <a:ext uri="{FF2B5EF4-FFF2-40B4-BE49-F238E27FC236}">
                  <a16:creationId xmlns:a16="http://schemas.microsoft.com/office/drawing/2014/main" id="{E4BFDB24-6BE4-2FC0-F772-DC1DE926E485}"/>
                </a:ext>
              </a:extLst>
            </p:cNvPr>
            <p:cNvSpPr/>
            <p:nvPr/>
          </p:nvSpPr>
          <p:spPr>
            <a:xfrm>
              <a:off x="5995086" y="0"/>
              <a:ext cx="6196916" cy="6858000"/>
            </a:xfrm>
            <a:prstGeom prst="rect">
              <a:avLst/>
            </a:prstGeom>
            <a:solidFill>
              <a:schemeClr val="accent4">
                <a:lumMod val="40000"/>
                <a:lumOff val="60000"/>
              </a:schemeClr>
            </a:solidFill>
            <a:ln>
              <a:noFill/>
            </a:ln>
            <a:effectLst>
              <a:outerShdw blurRad="254000" dist="50800" dir="2700000" algn="tl" rotWithShape="0">
                <a:prstClr val="black">
                  <a:alpha val="25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entury Gothic" panose="020B0502020202020204"/>
                <a:ea typeface="+mn-ea"/>
                <a:cs typeface="+mn-cs"/>
              </a:endParaRPr>
            </a:p>
          </p:txBody>
        </p:sp>
        <p:pic>
          <p:nvPicPr>
            <p:cNvPr id="4" name="Graphic 3">
              <a:extLst>
                <a:ext uri="{FF2B5EF4-FFF2-40B4-BE49-F238E27FC236}">
                  <a16:creationId xmlns:a16="http://schemas.microsoft.com/office/drawing/2014/main" id="{131EABEA-AB8A-5E4C-A6DD-8F32B70E90A3}"/>
                </a:ext>
              </a:extLst>
            </p:cNvPr>
            <p:cNvPicPr>
              <a:picLocks noChangeAspect="1"/>
            </p:cNvPicPr>
            <p:nvPr/>
          </p:nvPicPr>
          <p:blipFill rotWithShape="1">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rcRect l="-1353" t="-388" r="-1" b="-254"/>
            <a:stretch/>
          </p:blipFill>
          <p:spPr>
            <a:xfrm flipH="1">
              <a:off x="659106" y="1956391"/>
              <a:ext cx="4878094" cy="2780414"/>
            </a:xfrm>
            <a:prstGeom prst="rect">
              <a:avLst/>
            </a:prstGeom>
          </p:spPr>
        </p:pic>
        <p:sp>
          <p:nvSpPr>
            <p:cNvPr id="5" name="Rectangle 4">
              <a:extLst>
                <a:ext uri="{FF2B5EF4-FFF2-40B4-BE49-F238E27FC236}">
                  <a16:creationId xmlns:a16="http://schemas.microsoft.com/office/drawing/2014/main" id="{D2279AAC-0D81-D3CD-3F0F-E8CEE0F56D43}"/>
                </a:ext>
              </a:extLst>
            </p:cNvPr>
            <p:cNvSpPr/>
            <p:nvPr/>
          </p:nvSpPr>
          <p:spPr>
            <a:xfrm>
              <a:off x="1328303" y="776532"/>
              <a:ext cx="3434316" cy="5018212"/>
            </a:xfrm>
            <a:prstGeom prst="rect">
              <a:avLst/>
            </a:prstGeom>
            <a:solidFill>
              <a:schemeClr val="accent1">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entury Gothic" panose="020B0502020202020204"/>
                <a:ea typeface="+mn-ea"/>
                <a:cs typeface="+mn-cs"/>
              </a:endParaRPr>
            </a:p>
          </p:txBody>
        </p:sp>
      </p:grpSp>
      <p:sp>
        <p:nvSpPr>
          <p:cNvPr id="9" name="Title 8">
            <a:extLst>
              <a:ext uri="{FF2B5EF4-FFF2-40B4-BE49-F238E27FC236}">
                <a16:creationId xmlns:a16="http://schemas.microsoft.com/office/drawing/2014/main" id="{5997EA3E-49E5-518D-63DB-0BD43D3ACFCD}"/>
              </a:ext>
            </a:extLst>
          </p:cNvPr>
          <p:cNvSpPr>
            <a:spLocks noGrp="1"/>
          </p:cNvSpPr>
          <p:nvPr>
            <p:ph type="title" hasCustomPrompt="1"/>
          </p:nvPr>
        </p:nvSpPr>
        <p:spPr>
          <a:xfrm>
            <a:off x="617542" y="132080"/>
            <a:ext cx="4928894" cy="6507711"/>
          </a:xfrm>
          <a:noFill/>
          <a:effectLst/>
        </p:spPr>
        <p:txBody>
          <a:bodyPr anchor="ctr"/>
          <a:lstStyle>
            <a:lvl1pPr algn="ctr">
              <a:defRPr sz="3600" spc="0" baseline="0">
                <a:solidFill>
                  <a:schemeClr val="accent1">
                    <a:lumMod val="50000"/>
                  </a:schemeClr>
                </a:solidFill>
                <a:effectLst/>
              </a:defRPr>
            </a:lvl1pPr>
          </a:lstStyle>
          <a:p>
            <a:r>
              <a:rPr lang="en-US" dirty="0"/>
              <a:t>Click to add title</a:t>
            </a:r>
          </a:p>
        </p:txBody>
      </p:sp>
      <p:sp>
        <p:nvSpPr>
          <p:cNvPr id="11" name="Picture Placeholder 10">
            <a:extLst>
              <a:ext uri="{FF2B5EF4-FFF2-40B4-BE49-F238E27FC236}">
                <a16:creationId xmlns:a16="http://schemas.microsoft.com/office/drawing/2014/main" id="{E0720B2D-C199-57FA-9453-DBFB607BA983}"/>
              </a:ext>
            </a:extLst>
          </p:cNvPr>
          <p:cNvSpPr>
            <a:spLocks noGrp="1"/>
          </p:cNvSpPr>
          <p:nvPr>
            <p:ph type="pic" sz="quarter" idx="10"/>
          </p:nvPr>
        </p:nvSpPr>
        <p:spPr>
          <a:xfrm>
            <a:off x="7429500" y="992188"/>
            <a:ext cx="3425825" cy="5018087"/>
          </a:xfrm>
        </p:spPr>
        <p:txBody>
          <a:bodyPr anchor="t"/>
          <a:lstStyle>
            <a:lvl1pPr marL="0" indent="0" algn="ctr">
              <a:buNone/>
              <a:defRPr/>
            </a:lvl1pPr>
          </a:lstStyle>
          <a:p>
            <a:r>
              <a:rPr lang="en-US"/>
              <a:t>Click icon to add picture</a:t>
            </a:r>
            <a:endParaRPr lang="en-US" dirty="0"/>
          </a:p>
        </p:txBody>
      </p:sp>
    </p:spTree>
    <p:extLst>
      <p:ext uri="{BB962C8B-B14F-4D97-AF65-F5344CB8AC3E}">
        <p14:creationId xmlns:p14="http://schemas.microsoft.com/office/powerpoint/2010/main" val="315985865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itle and Two Columns">
    <p:bg>
      <p:bgPr>
        <a:solidFill>
          <a:schemeClr val="accent1">
            <a:lumMod val="50000"/>
          </a:schemeClr>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EB11222B-29F6-BF2A-09DE-82F659638940}"/>
              </a:ext>
              <a:ext uri="{C183D7F6-B498-43B3-948B-1728B52AA6E4}">
                <adec:decorative xmlns:adec="http://schemas.microsoft.com/office/drawing/2017/decorative" val="1"/>
              </a:ext>
            </a:extLst>
          </p:cNvPr>
          <p:cNvPicPr>
            <a:picLocks noChangeAspect="1"/>
          </p:cNvPicPr>
          <p:nvPr userDrawn="1"/>
        </p:nvPicPr>
        <p:blipFill rotWithShape="1">
          <a:blip r:embed="rId2" cstate="screen">
            <a:duotone>
              <a:prstClr val="black"/>
              <a:schemeClr val="accent1">
                <a:tint val="45000"/>
                <a:satMod val="400000"/>
              </a:schemeClr>
            </a:duotone>
            <a:alphaModFix amt="50000"/>
            <a:extLst>
              <a:ext uri="{28A0092B-C50C-407E-A947-70E740481C1C}">
                <a14:useLocalDpi xmlns:a14="http://schemas.microsoft.com/office/drawing/2010/main"/>
              </a:ext>
            </a:extLst>
          </a:blip>
          <a:srcRect/>
          <a:stretch/>
        </p:blipFill>
        <p:spPr>
          <a:xfrm rot="5400000">
            <a:off x="2666999" y="-2654300"/>
            <a:ext cx="6858000" cy="12166601"/>
          </a:xfrm>
          <a:prstGeom prst="rect">
            <a:avLst/>
          </a:prstGeom>
        </p:spPr>
      </p:pic>
      <p:sp>
        <p:nvSpPr>
          <p:cNvPr id="3" name="Rectangle 2">
            <a:extLst>
              <a:ext uri="{FF2B5EF4-FFF2-40B4-BE49-F238E27FC236}">
                <a16:creationId xmlns:a16="http://schemas.microsoft.com/office/drawing/2014/main" id="{B035F993-EADB-1C5A-7158-41E510B706E0}"/>
              </a:ext>
              <a:ext uri="{C183D7F6-B498-43B3-948B-1728B52AA6E4}">
                <adec:decorative xmlns:adec="http://schemas.microsoft.com/office/drawing/2017/decorative" val="1"/>
              </a:ext>
            </a:extLst>
          </p:cNvPr>
          <p:cNvSpPr/>
          <p:nvPr userDrawn="1"/>
        </p:nvSpPr>
        <p:spPr>
          <a:xfrm>
            <a:off x="381000" y="422551"/>
            <a:ext cx="11424920" cy="6010146"/>
          </a:xfrm>
          <a:prstGeom prst="rect">
            <a:avLst/>
          </a:prstGeom>
          <a:solidFill>
            <a:schemeClr val="accent1">
              <a:lumMod val="50000"/>
            </a:schemeClr>
          </a:solidFill>
          <a:ln>
            <a:noFill/>
          </a:ln>
          <a:effectLst>
            <a:outerShdw blurRad="254000" dist="50800" dir="2700000" algn="tl" rotWithShape="0">
              <a:prstClr val="black">
                <a:alpha val="25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entury Gothic" panose="020B0502020202020204"/>
              <a:ea typeface="+mn-ea"/>
              <a:cs typeface="+mn-cs"/>
            </a:endParaRPr>
          </a:p>
        </p:txBody>
      </p:sp>
      <p:sp>
        <p:nvSpPr>
          <p:cNvPr id="4" name="Rectangle 3">
            <a:extLst>
              <a:ext uri="{FF2B5EF4-FFF2-40B4-BE49-F238E27FC236}">
                <a16:creationId xmlns:a16="http://schemas.microsoft.com/office/drawing/2014/main" id="{AB12E34E-DBAF-BA5D-15D9-E69A05535785}"/>
              </a:ext>
              <a:ext uri="{C183D7F6-B498-43B3-948B-1728B52AA6E4}">
                <adec:decorative xmlns:adec="http://schemas.microsoft.com/office/drawing/2017/decorative" val="1"/>
              </a:ext>
            </a:extLst>
          </p:cNvPr>
          <p:cNvSpPr/>
          <p:nvPr userDrawn="1"/>
        </p:nvSpPr>
        <p:spPr>
          <a:xfrm>
            <a:off x="381000" y="1889759"/>
            <a:ext cx="11424920" cy="4542937"/>
          </a:xfrm>
          <a:prstGeom prst="rect">
            <a:avLst/>
          </a:prstGeom>
          <a:solidFill>
            <a:schemeClr val="accent4">
              <a:lumMod val="40000"/>
              <a:lumOff val="60000"/>
            </a:schemeClr>
          </a:solidFill>
          <a:ln>
            <a:noFill/>
          </a:ln>
          <a:effectLst>
            <a:outerShdw blurRad="254000" dist="50800" dir="2700000" algn="tl" rotWithShape="0">
              <a:prstClr val="black">
                <a:alpha val="25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entury Gothic" panose="020B0502020202020204"/>
              <a:ea typeface="+mn-ea"/>
              <a:cs typeface="+mn-cs"/>
            </a:endParaRPr>
          </a:p>
        </p:txBody>
      </p:sp>
      <p:sp>
        <p:nvSpPr>
          <p:cNvPr id="9" name="Title 8">
            <a:extLst>
              <a:ext uri="{FF2B5EF4-FFF2-40B4-BE49-F238E27FC236}">
                <a16:creationId xmlns:a16="http://schemas.microsoft.com/office/drawing/2014/main" id="{5997EA3E-49E5-518D-63DB-0BD43D3ACFCD}"/>
              </a:ext>
            </a:extLst>
          </p:cNvPr>
          <p:cNvSpPr>
            <a:spLocks noGrp="1"/>
          </p:cNvSpPr>
          <p:nvPr>
            <p:ph type="title" hasCustomPrompt="1"/>
          </p:nvPr>
        </p:nvSpPr>
        <p:spPr>
          <a:xfrm>
            <a:off x="529935" y="571499"/>
            <a:ext cx="11118274" cy="1154114"/>
          </a:xfrm>
          <a:noFill/>
          <a:effectLst/>
        </p:spPr>
        <p:txBody>
          <a:bodyPr anchor="ctr"/>
          <a:lstStyle>
            <a:lvl1pPr algn="ctr">
              <a:defRPr sz="3600" spc="0" baseline="0">
                <a:solidFill>
                  <a:schemeClr val="tx1"/>
                </a:solidFill>
                <a:effectLst/>
              </a:defRPr>
            </a:lvl1pPr>
          </a:lstStyle>
          <a:p>
            <a:r>
              <a:rPr lang="en-US" dirty="0"/>
              <a:t>Click to add title</a:t>
            </a:r>
          </a:p>
        </p:txBody>
      </p:sp>
      <p:sp>
        <p:nvSpPr>
          <p:cNvPr id="5" name="Content Placeholder 9">
            <a:extLst>
              <a:ext uri="{FF2B5EF4-FFF2-40B4-BE49-F238E27FC236}">
                <a16:creationId xmlns:a16="http://schemas.microsoft.com/office/drawing/2014/main" id="{0BF6A552-CE6A-3977-8507-74A1C4C4B5A0}"/>
              </a:ext>
            </a:extLst>
          </p:cNvPr>
          <p:cNvSpPr>
            <a:spLocks noGrp="1"/>
          </p:cNvSpPr>
          <p:nvPr>
            <p:ph sz="quarter" idx="17" hasCustomPrompt="1"/>
          </p:nvPr>
        </p:nvSpPr>
        <p:spPr>
          <a:xfrm>
            <a:off x="841667" y="2461056"/>
            <a:ext cx="3626424" cy="3721535"/>
          </a:xfrm>
          <a:effectLst/>
        </p:spPr>
        <p:txBody>
          <a:bodyPr anchor="t">
            <a:normAutofit/>
          </a:bodyPr>
          <a:lstStyle>
            <a:lvl1pPr marL="285750" indent="-285750">
              <a:lnSpc>
                <a:spcPct val="120000"/>
              </a:lnSpc>
              <a:spcBef>
                <a:spcPts val="600"/>
              </a:spcBef>
              <a:spcAft>
                <a:spcPts val="1200"/>
              </a:spcAft>
              <a:buClr>
                <a:schemeClr val="accent1">
                  <a:lumMod val="50000"/>
                </a:schemeClr>
              </a:buClr>
              <a:buFont typeface="Arial" panose="020B0604020202020204" pitchFamily="34" charset="0"/>
              <a:buChar char="•"/>
              <a:defRPr sz="1800">
                <a:solidFill>
                  <a:schemeClr val="accent1">
                    <a:lumMod val="50000"/>
                  </a:schemeClr>
                </a:solidFill>
              </a:defRPr>
            </a:lvl1pPr>
            <a:lvl2pPr marL="742950" indent="-285750">
              <a:lnSpc>
                <a:spcPct val="120000"/>
              </a:lnSpc>
              <a:spcAft>
                <a:spcPts val="1200"/>
              </a:spcAft>
              <a:buClr>
                <a:schemeClr val="accent1">
                  <a:lumMod val="50000"/>
                </a:schemeClr>
              </a:buClr>
              <a:buFont typeface="Arial" panose="020B0604020202020204" pitchFamily="34" charset="0"/>
              <a:buChar char="•"/>
              <a:defRPr sz="1600">
                <a:solidFill>
                  <a:schemeClr val="accent1">
                    <a:lumMod val="50000"/>
                  </a:schemeClr>
                </a:solidFill>
              </a:defRPr>
            </a:lvl2pPr>
            <a:lvl3pPr marL="1143000" indent="-228600">
              <a:lnSpc>
                <a:spcPct val="120000"/>
              </a:lnSpc>
              <a:spcAft>
                <a:spcPts val="1200"/>
              </a:spcAft>
              <a:buClr>
                <a:schemeClr val="accent1">
                  <a:lumMod val="50000"/>
                </a:schemeClr>
              </a:buClr>
              <a:buFont typeface="Arial" panose="020B0604020202020204" pitchFamily="34" charset="0"/>
              <a:buChar char="•"/>
              <a:defRPr sz="1400">
                <a:solidFill>
                  <a:schemeClr val="accent1">
                    <a:lumMod val="50000"/>
                  </a:schemeClr>
                </a:solidFill>
              </a:defRPr>
            </a:lvl3pPr>
            <a:lvl4pPr marL="1600200" indent="-228600">
              <a:lnSpc>
                <a:spcPct val="120000"/>
              </a:lnSpc>
              <a:spcAft>
                <a:spcPts val="1200"/>
              </a:spcAft>
              <a:buClr>
                <a:schemeClr val="accent1">
                  <a:lumMod val="50000"/>
                </a:schemeClr>
              </a:buClr>
              <a:buFont typeface="Arial" panose="020B0604020202020204" pitchFamily="34" charset="0"/>
              <a:buChar char="•"/>
              <a:defRPr sz="1200">
                <a:solidFill>
                  <a:schemeClr val="accent1">
                    <a:lumMod val="50000"/>
                  </a:schemeClr>
                </a:solidFill>
              </a:defRPr>
            </a:lvl4pPr>
            <a:lvl5pPr marL="2057400" indent="-228600">
              <a:lnSpc>
                <a:spcPct val="120000"/>
              </a:lnSpc>
              <a:spcAft>
                <a:spcPts val="1200"/>
              </a:spcAft>
              <a:buClr>
                <a:schemeClr val="accent1">
                  <a:lumMod val="50000"/>
                </a:schemeClr>
              </a:buClr>
              <a:buFont typeface="Arial" panose="020B0604020202020204" pitchFamily="34" charset="0"/>
              <a:buChar char="•"/>
              <a:defRPr sz="1200">
                <a:solidFill>
                  <a:schemeClr val="accent1">
                    <a:lumMod val="50000"/>
                  </a:schemeClr>
                </a:solidFill>
              </a:defRPr>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Content Placeholder 9">
            <a:extLst>
              <a:ext uri="{FF2B5EF4-FFF2-40B4-BE49-F238E27FC236}">
                <a16:creationId xmlns:a16="http://schemas.microsoft.com/office/drawing/2014/main" id="{4C80689F-A123-F6D7-2AA8-9166317EF424}"/>
              </a:ext>
            </a:extLst>
          </p:cNvPr>
          <p:cNvSpPr>
            <a:spLocks noGrp="1"/>
          </p:cNvSpPr>
          <p:nvPr>
            <p:ph sz="quarter" idx="18" hasCustomPrompt="1"/>
          </p:nvPr>
        </p:nvSpPr>
        <p:spPr>
          <a:xfrm>
            <a:off x="5995282" y="2440275"/>
            <a:ext cx="5164553" cy="3721534"/>
          </a:xfrm>
          <a:effectLst/>
        </p:spPr>
        <p:txBody>
          <a:bodyPr anchor="t">
            <a:normAutofit/>
          </a:bodyPr>
          <a:lstStyle>
            <a:lvl1pPr marL="342900" indent="-342900">
              <a:lnSpc>
                <a:spcPct val="120000"/>
              </a:lnSpc>
              <a:spcBef>
                <a:spcPts val="600"/>
              </a:spcBef>
              <a:spcAft>
                <a:spcPts val="600"/>
              </a:spcAft>
              <a:buClr>
                <a:schemeClr val="accent1">
                  <a:lumMod val="50000"/>
                </a:schemeClr>
              </a:buClr>
              <a:buFont typeface="+mj-lt"/>
              <a:buAutoNum type="arabicPeriod"/>
              <a:defRPr sz="1800" b="1">
                <a:solidFill>
                  <a:schemeClr val="accent1">
                    <a:lumMod val="50000"/>
                  </a:schemeClr>
                </a:solidFill>
              </a:defRPr>
            </a:lvl1pPr>
            <a:lvl2pPr marL="347472" indent="0">
              <a:lnSpc>
                <a:spcPct val="120000"/>
              </a:lnSpc>
              <a:spcBef>
                <a:spcPts val="0"/>
              </a:spcBef>
              <a:spcAft>
                <a:spcPts val="600"/>
              </a:spcAft>
              <a:buClr>
                <a:schemeClr val="accent1">
                  <a:lumMod val="50000"/>
                </a:schemeClr>
              </a:buClr>
              <a:buNone/>
              <a:defRPr sz="1800">
                <a:solidFill>
                  <a:schemeClr val="accent1">
                    <a:lumMod val="50000"/>
                  </a:schemeClr>
                </a:solidFill>
              </a:defRPr>
            </a:lvl2pPr>
            <a:lvl3pPr marL="914400" indent="0">
              <a:lnSpc>
                <a:spcPct val="120000"/>
              </a:lnSpc>
              <a:spcAft>
                <a:spcPts val="600"/>
              </a:spcAft>
              <a:buClr>
                <a:schemeClr val="accent1">
                  <a:lumMod val="50000"/>
                </a:schemeClr>
              </a:buClr>
              <a:buNone/>
              <a:defRPr sz="1800">
                <a:solidFill>
                  <a:schemeClr val="accent1">
                    <a:lumMod val="50000"/>
                  </a:schemeClr>
                </a:solidFill>
              </a:defRPr>
            </a:lvl3pPr>
            <a:lvl4pPr marL="1371600" indent="0">
              <a:lnSpc>
                <a:spcPct val="120000"/>
              </a:lnSpc>
              <a:spcAft>
                <a:spcPts val="600"/>
              </a:spcAft>
              <a:buClr>
                <a:schemeClr val="accent1">
                  <a:lumMod val="50000"/>
                </a:schemeClr>
              </a:buClr>
              <a:buNone/>
              <a:defRPr sz="1800">
                <a:solidFill>
                  <a:schemeClr val="accent1">
                    <a:lumMod val="50000"/>
                  </a:schemeClr>
                </a:solidFill>
              </a:defRPr>
            </a:lvl4pPr>
            <a:lvl5pPr marL="1828800" indent="0">
              <a:lnSpc>
                <a:spcPct val="120000"/>
              </a:lnSpc>
              <a:spcAft>
                <a:spcPts val="600"/>
              </a:spcAft>
              <a:buClr>
                <a:schemeClr val="accent1">
                  <a:lumMod val="50000"/>
                </a:schemeClr>
              </a:buClr>
              <a:buNone/>
              <a:defRPr sz="1800">
                <a:solidFill>
                  <a:schemeClr val="accent1">
                    <a:lumMod val="50000"/>
                  </a:schemeClr>
                </a:solidFill>
              </a:defRPr>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361820218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Closing ">
    <p:bg>
      <p:bgPr>
        <a:solidFill>
          <a:schemeClr val="accent1">
            <a:lumMod val="50000"/>
          </a:schemeClr>
        </a:solidFill>
        <a:effectLst/>
      </p:bgPr>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EAF4DCF8-BA15-AB79-2D14-040F5A063B79}"/>
              </a:ext>
              <a:ext uri="{C183D7F6-B498-43B3-948B-1728B52AA6E4}">
                <adec:decorative xmlns:adec="http://schemas.microsoft.com/office/drawing/2017/decorative" val="1"/>
              </a:ext>
            </a:extLst>
          </p:cNvPr>
          <p:cNvSpPr/>
          <p:nvPr userDrawn="1"/>
        </p:nvSpPr>
        <p:spPr>
          <a:xfrm>
            <a:off x="435935" y="414670"/>
            <a:ext cx="11320130" cy="6018027"/>
          </a:xfrm>
          <a:prstGeom prst="rect">
            <a:avLst/>
          </a:prstGeom>
          <a:solidFill>
            <a:schemeClr val="accent1">
              <a:lumMod val="50000"/>
            </a:schemeClr>
          </a:solidFill>
          <a:ln>
            <a:noFill/>
          </a:ln>
          <a:effectLst>
            <a:outerShdw blurRad="254000" dist="50800" dir="2700000" algn="tl" rotWithShape="0">
              <a:prstClr val="black">
                <a:alpha val="25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entury Gothic" panose="020B0502020202020204"/>
              <a:ea typeface="+mn-ea"/>
              <a:cs typeface="+mn-cs"/>
            </a:endParaRPr>
          </a:p>
        </p:txBody>
      </p:sp>
      <p:pic>
        <p:nvPicPr>
          <p:cNvPr id="6" name="Picture 5">
            <a:extLst>
              <a:ext uri="{FF2B5EF4-FFF2-40B4-BE49-F238E27FC236}">
                <a16:creationId xmlns:a16="http://schemas.microsoft.com/office/drawing/2014/main" id="{5ED22DD7-291D-E347-8A4C-07E31E681333}"/>
              </a:ext>
              <a:ext uri="{C183D7F6-B498-43B3-948B-1728B52AA6E4}">
                <adec:decorative xmlns:adec="http://schemas.microsoft.com/office/drawing/2017/decorative" val="1"/>
              </a:ext>
            </a:extLst>
          </p:cNvPr>
          <p:cNvPicPr>
            <a:picLocks noChangeAspect="1"/>
          </p:cNvPicPr>
          <p:nvPr userDrawn="1"/>
        </p:nvPicPr>
        <p:blipFill rotWithShape="1">
          <a:blip r:embed="rId2" cstate="screen">
            <a:duotone>
              <a:prstClr val="black"/>
              <a:schemeClr val="accent1">
                <a:tint val="45000"/>
                <a:satMod val="400000"/>
              </a:schemeClr>
            </a:duotone>
            <a:alphaModFix amt="50000"/>
            <a:extLst>
              <a:ext uri="{28A0092B-C50C-407E-A947-70E740481C1C}">
                <a14:useLocalDpi xmlns:a14="http://schemas.microsoft.com/office/drawing/2010/main"/>
              </a:ext>
            </a:extLst>
          </a:blip>
          <a:srcRect/>
          <a:stretch/>
        </p:blipFill>
        <p:spPr>
          <a:xfrm rot="5400000">
            <a:off x="3092299" y="-2231063"/>
            <a:ext cx="6007395" cy="11320129"/>
          </a:xfrm>
          <a:prstGeom prst="rect">
            <a:avLst/>
          </a:prstGeom>
        </p:spPr>
      </p:pic>
      <p:sp>
        <p:nvSpPr>
          <p:cNvPr id="9" name="Title 8">
            <a:extLst>
              <a:ext uri="{FF2B5EF4-FFF2-40B4-BE49-F238E27FC236}">
                <a16:creationId xmlns:a16="http://schemas.microsoft.com/office/drawing/2014/main" id="{5997EA3E-49E5-518D-63DB-0BD43D3ACFCD}"/>
              </a:ext>
            </a:extLst>
          </p:cNvPr>
          <p:cNvSpPr>
            <a:spLocks noGrp="1"/>
          </p:cNvSpPr>
          <p:nvPr>
            <p:ph type="title" hasCustomPrompt="1"/>
          </p:nvPr>
        </p:nvSpPr>
        <p:spPr>
          <a:xfrm>
            <a:off x="770660" y="1017858"/>
            <a:ext cx="10650681" cy="2719255"/>
          </a:xfrm>
          <a:noFill/>
          <a:effectLst/>
        </p:spPr>
        <p:txBody>
          <a:bodyPr anchor="b"/>
          <a:lstStyle>
            <a:lvl1pPr algn="ctr">
              <a:defRPr sz="7200" spc="-300" baseline="0">
                <a:solidFill>
                  <a:schemeClr val="accent4">
                    <a:lumMod val="60000"/>
                    <a:lumOff val="40000"/>
                  </a:schemeClr>
                </a:solidFill>
                <a:effectLst/>
              </a:defRPr>
            </a:lvl1pPr>
          </a:lstStyle>
          <a:p>
            <a:r>
              <a:rPr lang="en-US" dirty="0"/>
              <a:t>Click to add title</a:t>
            </a:r>
          </a:p>
        </p:txBody>
      </p:sp>
      <p:sp>
        <p:nvSpPr>
          <p:cNvPr id="7" name="Text Placeholder 6">
            <a:extLst>
              <a:ext uri="{FF2B5EF4-FFF2-40B4-BE49-F238E27FC236}">
                <a16:creationId xmlns:a16="http://schemas.microsoft.com/office/drawing/2014/main" id="{5D0FE23B-34E3-BAAF-E01D-BE221B4A94EF}"/>
              </a:ext>
            </a:extLst>
          </p:cNvPr>
          <p:cNvSpPr>
            <a:spLocks noGrp="1"/>
          </p:cNvSpPr>
          <p:nvPr>
            <p:ph type="body" sz="quarter" idx="14" hasCustomPrompt="1"/>
          </p:nvPr>
        </p:nvSpPr>
        <p:spPr>
          <a:xfrm>
            <a:off x="770660" y="4042066"/>
            <a:ext cx="10650681" cy="2296843"/>
          </a:xfrm>
          <a:effectLst/>
        </p:spPr>
        <p:txBody>
          <a:bodyPr anchor="t"/>
          <a:lstStyle>
            <a:lvl1pPr marL="0" indent="0" algn="ctr">
              <a:lnSpc>
                <a:spcPct val="120000"/>
              </a:lnSpc>
              <a:spcBef>
                <a:spcPts val="0"/>
              </a:spcBef>
              <a:spcAft>
                <a:spcPts val="0"/>
              </a:spcAft>
              <a:buNone/>
              <a:defRPr>
                <a:solidFill>
                  <a:schemeClr val="tx1"/>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dirty="0"/>
              <a:t>Click to add text</a:t>
            </a:r>
          </a:p>
        </p:txBody>
      </p:sp>
    </p:spTree>
    <p:extLst>
      <p:ext uri="{BB962C8B-B14F-4D97-AF65-F5344CB8AC3E}">
        <p14:creationId xmlns:p14="http://schemas.microsoft.com/office/powerpoint/2010/main" val="327250800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accent1">
            <a:lumMod val="50000"/>
          </a:schemeClr>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10000" y="447188"/>
            <a:ext cx="10571998" cy="970450"/>
          </a:xfrm>
          <a:prstGeom prst="rect">
            <a:avLst/>
          </a:prstGeom>
          <a:effectLst/>
        </p:spPr>
        <p:txBody>
          <a:bodyPr vert="horz" lIns="91440" tIns="45720" rIns="91440" bIns="45720" rtlCol="0" anchor="b">
            <a:noAutofit/>
          </a:bodyPr>
          <a:lstStyle/>
          <a:p>
            <a:r>
              <a:rPr lang="en-US"/>
              <a:t>Click to edit Master title style</a:t>
            </a:r>
            <a:endParaRPr lang="en-US" dirty="0"/>
          </a:p>
        </p:txBody>
      </p:sp>
      <p:sp>
        <p:nvSpPr>
          <p:cNvPr id="3" name="Text Placeholder 2"/>
          <p:cNvSpPr>
            <a:spLocks noGrp="1"/>
          </p:cNvSpPr>
          <p:nvPr>
            <p:ph type="body" idx="1"/>
          </p:nvPr>
        </p:nvSpPr>
        <p:spPr>
          <a:xfrm>
            <a:off x="810000" y="2184401"/>
            <a:ext cx="10563285" cy="3674397"/>
          </a:xfrm>
          <a:prstGeom prst="rect">
            <a:avLst/>
          </a:prstGeom>
          <a:effectLst/>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p:cNvSpPr>
            <a:spLocks noGrp="1"/>
          </p:cNvSpPr>
          <p:nvPr>
            <p:ph type="ftr" sz="quarter" idx="3"/>
          </p:nvPr>
        </p:nvSpPr>
        <p:spPr>
          <a:xfrm>
            <a:off x="451514" y="6041362"/>
            <a:ext cx="8644320" cy="365125"/>
          </a:xfrm>
          <a:prstGeom prst="rect">
            <a:avLst/>
          </a:prstGeom>
        </p:spPr>
        <p:txBody>
          <a:bodyPr vert="horz" lIns="91440" tIns="45720" rIns="91440" bIns="45720" rtlCol="0" anchor="b"/>
          <a:lstStyle>
            <a:lvl1pPr algn="l">
              <a:defRPr sz="900">
                <a:solidFill>
                  <a:schemeClr val="tx1"/>
                </a:solidFill>
              </a:defRPr>
            </a:lvl1pPr>
          </a:lstStyle>
          <a:p>
            <a:endParaRPr lang="en-US" dirty="0"/>
          </a:p>
        </p:txBody>
      </p:sp>
      <p:sp>
        <p:nvSpPr>
          <p:cNvPr id="4" name="Date Placeholder 3"/>
          <p:cNvSpPr>
            <a:spLocks noGrp="1"/>
          </p:cNvSpPr>
          <p:nvPr>
            <p:ph type="dt" sz="half" idx="2"/>
          </p:nvPr>
        </p:nvSpPr>
        <p:spPr>
          <a:xfrm>
            <a:off x="9334626" y="6041362"/>
            <a:ext cx="1343706" cy="365125"/>
          </a:xfrm>
          <a:prstGeom prst="rect">
            <a:avLst/>
          </a:prstGeom>
        </p:spPr>
        <p:txBody>
          <a:bodyPr vert="horz" lIns="91440" tIns="45720" rIns="91440" bIns="45720" rtlCol="0" anchor="b"/>
          <a:lstStyle>
            <a:lvl1pPr algn="r">
              <a:defRPr sz="900">
                <a:solidFill>
                  <a:schemeClr val="tx1"/>
                </a:solidFill>
              </a:defRPr>
            </a:lvl1pPr>
          </a:lstStyle>
          <a:p>
            <a:fld id="{86F7BD38-A805-4B2C-9BDF-D56E94387879}" type="datetime1">
              <a:rPr lang="en-US" smtClean="0"/>
              <a:t>2/19/2026</a:t>
            </a:fld>
            <a:endParaRPr lang="en-US" dirty="0"/>
          </a:p>
        </p:txBody>
      </p:sp>
      <p:sp>
        <p:nvSpPr>
          <p:cNvPr id="6" name="Slide Number Placeholder 5"/>
          <p:cNvSpPr>
            <a:spLocks noGrp="1"/>
          </p:cNvSpPr>
          <p:nvPr>
            <p:ph type="sldNum" sz="quarter" idx="4"/>
          </p:nvPr>
        </p:nvSpPr>
        <p:spPr>
          <a:xfrm>
            <a:off x="10678331" y="5915888"/>
            <a:ext cx="1062155" cy="490599"/>
          </a:xfrm>
          <a:prstGeom prst="rect">
            <a:avLst/>
          </a:prstGeom>
        </p:spPr>
        <p:txBody>
          <a:bodyPr vert="horz" lIns="91440" tIns="45720" rIns="91440" bIns="10800" rtlCol="0" anchor="b"/>
          <a:lstStyle>
            <a:lvl1pPr algn="r">
              <a:defRPr sz="2000">
                <a:solidFill>
                  <a:schemeClr val="tx1"/>
                </a:solidFill>
              </a:defRPr>
            </a:lvl1pPr>
          </a:lstStyle>
          <a:p>
            <a:fld id="{D57F1E4F-1CFF-5643-939E-217C01CDF565}" type="slidenum">
              <a:rPr lang="en-US" smtClean="0"/>
              <a:pPr/>
              <a:t>‹#›</a:t>
            </a:fld>
            <a:endParaRPr lang="en-US" dirty="0"/>
          </a:p>
        </p:txBody>
      </p:sp>
    </p:spTree>
  </p:cSld>
  <p:clrMap bg1="dk1" tx1="lt1" bg2="dk2" tx2="lt2" accent1="accent1" accent2="accent2" accent3="accent3" accent4="accent4" accent5="accent5" accent6="accent6" hlink="hlink" folHlink="folHlink"/>
  <p:sldLayoutIdLst>
    <p:sldLayoutId id="2147483686" r:id="rId1"/>
    <p:sldLayoutId id="2147483668" r:id="rId2"/>
    <p:sldLayoutId id="2147483669" r:id="rId3"/>
    <p:sldLayoutId id="2147483684" r:id="rId4"/>
    <p:sldLayoutId id="2147483672" r:id="rId5"/>
    <p:sldLayoutId id="2147483687" r:id="rId6"/>
    <p:sldLayoutId id="2147483671" r:id="rId7"/>
    <p:sldLayoutId id="2147483688" r:id="rId8"/>
    <p:sldLayoutId id="2147483689" r:id="rId9"/>
    <p:sldLayoutId id="2147483690" r:id="rId10"/>
    <p:sldLayoutId id="2147483691" r:id="rId11"/>
    <p:sldLayoutId id="2147483692" r:id="rId12"/>
    <p:sldLayoutId id="2147483693" r:id="rId13"/>
    <p:sldLayoutId id="2147483685" r:id="rId14"/>
  </p:sldLayoutIdLst>
  <p:hf sldNum="0" hdr="0" ftr="0" dt="0"/>
  <p:txStyles>
    <p:titleStyle>
      <a:lvl1pPr algn="l" defTabSz="457200" rtl="0" eaLnBrk="1" latinLnBrk="0" hangingPunct="1">
        <a:spcBef>
          <a:spcPct val="0"/>
        </a:spcBef>
        <a:buNone/>
        <a:defRPr sz="4000" b="1" kern="1200" baseline="0">
          <a:ln>
            <a:noFill/>
          </a:ln>
          <a:solidFill>
            <a:srgbClr val="FEFEFE"/>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ct val="20000"/>
        </a:spcBef>
        <a:spcAft>
          <a:spcPts val="600"/>
        </a:spcAft>
        <a:buClr>
          <a:schemeClr val="tx1"/>
        </a:buClr>
        <a:buFont typeface="Arial" panose="020B0604020202020204" pitchFamily="34" charset="0"/>
        <a:buChar char="•"/>
        <a:defRPr sz="1800" kern="1200">
          <a:solidFill>
            <a:schemeClr val="tx1"/>
          </a:solidFill>
          <a:latin typeface="+mn-lt"/>
          <a:ea typeface="+mn-ea"/>
          <a:cs typeface="+mn-cs"/>
        </a:defRPr>
      </a:lvl1pPr>
      <a:lvl2pPr marL="742950" indent="-285750" algn="l" defTabSz="457200" rtl="0" eaLnBrk="1" latinLnBrk="0" hangingPunct="1">
        <a:spcBef>
          <a:spcPct val="20000"/>
        </a:spcBef>
        <a:spcAft>
          <a:spcPts val="600"/>
        </a:spcAft>
        <a:buClr>
          <a:schemeClr val="tx1"/>
        </a:buClr>
        <a:buFont typeface="Arial" panose="020B0604020202020204" pitchFamily="34" charset="0"/>
        <a:buChar char="•"/>
        <a:defRPr sz="1600" kern="1200">
          <a:solidFill>
            <a:schemeClr val="tx1"/>
          </a:solidFill>
          <a:latin typeface="+mn-lt"/>
          <a:ea typeface="+mn-ea"/>
          <a:cs typeface="+mn-cs"/>
        </a:defRPr>
      </a:lvl2pPr>
      <a:lvl3pPr marL="1143000" indent="-228600" algn="l" defTabSz="457200" rtl="0" eaLnBrk="1" latinLnBrk="0" hangingPunct="1">
        <a:spcBef>
          <a:spcPct val="20000"/>
        </a:spcBef>
        <a:spcAft>
          <a:spcPts val="600"/>
        </a:spcAft>
        <a:buClr>
          <a:schemeClr val="tx1"/>
        </a:buClr>
        <a:buFont typeface="Arial" panose="020B0604020202020204" pitchFamily="34" charset="0"/>
        <a:buChar char="•"/>
        <a:defRPr sz="1400" kern="1200">
          <a:solidFill>
            <a:schemeClr val="tx1"/>
          </a:solidFill>
          <a:latin typeface="+mn-lt"/>
          <a:ea typeface="+mn-ea"/>
          <a:cs typeface="+mn-cs"/>
        </a:defRPr>
      </a:lvl3pPr>
      <a:lvl4pPr marL="1600200" indent="-228600" algn="l" defTabSz="457200" rtl="0" eaLnBrk="1" latinLnBrk="0" hangingPunct="1">
        <a:spcBef>
          <a:spcPct val="20000"/>
        </a:spcBef>
        <a:spcAft>
          <a:spcPts val="600"/>
        </a:spcAft>
        <a:buClr>
          <a:schemeClr val="tx1"/>
        </a:buClr>
        <a:buFont typeface="Arial" panose="020B0604020202020204" pitchFamily="34" charset="0"/>
        <a:buChar char="•"/>
        <a:defRPr sz="1200" kern="1200">
          <a:solidFill>
            <a:schemeClr val="tx1"/>
          </a:solidFill>
          <a:latin typeface="+mn-lt"/>
          <a:ea typeface="+mn-ea"/>
          <a:cs typeface="+mn-cs"/>
        </a:defRPr>
      </a:lvl4pPr>
      <a:lvl5pPr marL="2057400" indent="-228600" algn="l" defTabSz="457200" rtl="0" eaLnBrk="1" latinLnBrk="0" hangingPunct="1">
        <a:spcBef>
          <a:spcPct val="20000"/>
        </a:spcBef>
        <a:spcAft>
          <a:spcPts val="600"/>
        </a:spcAft>
        <a:buClr>
          <a:schemeClr val="tx1"/>
        </a:buClr>
        <a:buFont typeface="Arial" panose="020B0604020202020204" pitchFamily="34" charset="0"/>
        <a:buChar char="•"/>
        <a:defRPr sz="1200" kern="1200">
          <a:solidFill>
            <a:schemeClr val="tx1"/>
          </a:solidFill>
          <a:latin typeface="+mn-lt"/>
          <a:ea typeface="+mn-ea"/>
          <a:cs typeface="+mn-cs"/>
        </a:defRPr>
      </a:lvl5pPr>
      <a:lvl6pPr marL="24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6pPr>
      <a:lvl7pPr marL="28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7pPr>
      <a:lvl8pPr marL="32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8pPr>
      <a:lvl9pPr marL="36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4.xml"/><Relationship Id="rId1" Type="http://schemas.openxmlformats.org/officeDocument/2006/relationships/slideLayout" Target="../slideLayouts/slideLayout5.xml"/><Relationship Id="rId4" Type="http://schemas.openxmlformats.org/officeDocument/2006/relationships/image" Target="../media/image17.png"/></Relationships>
</file>

<file path=ppt/slides/_rels/slide5.xml.rels><?xml version="1.0" encoding="UTF-8" standalone="yes"?>
<Relationships xmlns="http://schemas.openxmlformats.org/package/2006/relationships"><Relationship Id="rId3" Type="http://schemas.openxmlformats.org/officeDocument/2006/relationships/hyperlink" Target="https://www.astroblogs.nl/2008/10/21/indische-chandrayaan-1-klaar-voor-lancering/" TargetMode="External"/><Relationship Id="rId2" Type="http://schemas.openxmlformats.org/officeDocument/2006/relationships/image" Target="../media/image18.jpg"/><Relationship Id="rId1" Type="http://schemas.openxmlformats.org/officeDocument/2006/relationships/slideLayout" Target="../slideLayouts/slideLayout6.xml"/><Relationship Id="rId4" Type="http://schemas.openxmlformats.org/officeDocument/2006/relationships/hyperlink" Target="https://creativecommons.org/licenses/by-nc-sa/3.0/" TargetMode="External"/></Relationships>
</file>

<file path=ppt/slides/_rels/slide6.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9.xml"/></Relationships>
</file>

<file path=ppt/slides/_rels/slide12.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A762A4-2E4B-23FB-9F8B-D54C0F90A08A}"/>
              </a:ext>
            </a:extLst>
          </p:cNvPr>
          <p:cNvSpPr>
            <a:spLocks noGrp="1"/>
          </p:cNvSpPr>
          <p:nvPr>
            <p:ph type="title"/>
          </p:nvPr>
        </p:nvSpPr>
        <p:spPr>
          <a:xfrm>
            <a:off x="810001" y="1627657"/>
            <a:ext cx="10571998" cy="3366198"/>
          </a:xfrm>
        </p:spPr>
        <p:txBody>
          <a:bodyPr/>
          <a:lstStyle/>
          <a:p>
            <a:pPr lvl="0"/>
            <a:r>
              <a:rPr lang="en-US" noProof="0" dirty="0"/>
              <a:t>SPACE SCIENCE AND</a:t>
            </a:r>
            <a:br>
              <a:rPr lang="en-US" noProof="0" dirty="0"/>
            </a:br>
            <a:r>
              <a:rPr lang="en-US" noProof="0" dirty="0"/>
              <a:t>EXPLORATION</a:t>
            </a:r>
            <a:br>
              <a:rPr lang="en-US" noProof="0" dirty="0"/>
            </a:br>
            <a:r>
              <a:rPr lang="en-US" noProof="0" dirty="0"/>
              <a:t>ISRO</a:t>
            </a:r>
          </a:p>
        </p:txBody>
      </p:sp>
      <p:sp>
        <p:nvSpPr>
          <p:cNvPr id="3" name="TextBox 2">
            <a:extLst>
              <a:ext uri="{FF2B5EF4-FFF2-40B4-BE49-F238E27FC236}">
                <a16:creationId xmlns:a16="http://schemas.microsoft.com/office/drawing/2014/main" id="{3F7C546C-9092-D926-F0E2-6843D575B514}"/>
              </a:ext>
            </a:extLst>
          </p:cNvPr>
          <p:cNvSpPr txBox="1"/>
          <p:nvPr/>
        </p:nvSpPr>
        <p:spPr>
          <a:xfrm>
            <a:off x="7395411" y="5165558"/>
            <a:ext cx="4219073" cy="646331"/>
          </a:xfrm>
          <a:prstGeom prst="rect">
            <a:avLst/>
          </a:prstGeom>
          <a:noFill/>
        </p:spPr>
        <p:txBody>
          <a:bodyPr wrap="square" rtlCol="0">
            <a:spAutoFit/>
          </a:bodyPr>
          <a:lstStyle/>
          <a:p>
            <a:r>
              <a:rPr lang="en-IN" dirty="0"/>
              <a:t>SAGAR CHAND (25796) BSC(H) CS</a:t>
            </a:r>
          </a:p>
          <a:p>
            <a:r>
              <a:rPr lang="en-IN" dirty="0"/>
              <a:t>GOVIND (25743) BSC(H) CS</a:t>
            </a:r>
          </a:p>
        </p:txBody>
      </p:sp>
    </p:spTree>
    <p:extLst>
      <p:ext uri="{BB962C8B-B14F-4D97-AF65-F5344CB8AC3E}">
        <p14:creationId xmlns:p14="http://schemas.microsoft.com/office/powerpoint/2010/main" val="43183588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8CF8F5-609D-E31E-6659-2E3CE63097D7}"/>
              </a:ext>
            </a:extLst>
          </p:cNvPr>
          <p:cNvSpPr>
            <a:spLocks noGrp="1"/>
          </p:cNvSpPr>
          <p:nvPr>
            <p:ph type="title"/>
          </p:nvPr>
        </p:nvSpPr>
        <p:spPr>
          <a:xfrm>
            <a:off x="810001" y="1741064"/>
            <a:ext cx="6585410" cy="568999"/>
          </a:xfrm>
        </p:spPr>
        <p:txBody>
          <a:bodyPr/>
          <a:lstStyle/>
          <a:p>
            <a:r>
              <a:rPr lang="en-IN" dirty="0"/>
              <a:t>What is ISRO?</a:t>
            </a:r>
            <a:br>
              <a:rPr lang="en-IN" dirty="0"/>
            </a:br>
            <a:endParaRPr lang="en-US" noProof="0" dirty="0"/>
          </a:p>
        </p:txBody>
      </p:sp>
      <p:sp>
        <p:nvSpPr>
          <p:cNvPr id="3" name="Subtitle 2">
            <a:extLst>
              <a:ext uri="{FF2B5EF4-FFF2-40B4-BE49-F238E27FC236}">
                <a16:creationId xmlns:a16="http://schemas.microsoft.com/office/drawing/2014/main" id="{29F16AEF-ABBB-D2DD-A297-5819AEB9AF67}"/>
              </a:ext>
            </a:extLst>
          </p:cNvPr>
          <p:cNvSpPr>
            <a:spLocks noGrp="1"/>
          </p:cNvSpPr>
          <p:nvPr>
            <p:ph type="subTitle" idx="1"/>
          </p:nvPr>
        </p:nvSpPr>
        <p:spPr>
          <a:xfrm>
            <a:off x="810002" y="3192378"/>
            <a:ext cx="10611978" cy="2967789"/>
          </a:xfrm>
        </p:spPr>
        <p:txBody>
          <a:bodyPr>
            <a:noAutofit/>
          </a:bodyPr>
          <a:lstStyle/>
          <a:p>
            <a:r>
              <a:rPr lang="en-US" sz="2400" dirty="0"/>
              <a:t>ISRO (Indian Space Research </a:t>
            </a:r>
            <a:r>
              <a:rPr lang="en-US" sz="2400" dirty="0" err="1"/>
              <a:t>Organisation</a:t>
            </a:r>
            <a:r>
              <a:rPr lang="en-US" sz="2400" dirty="0"/>
              <a:t>) was formed on August 15, 1969 to apply space technology for national development and scientific discovery. Founded on Dr. Vikram Sarabhai’s vision, ISRO focuses on peaceful uses of space: communication, Earth observation, navigation, and science missions that benefit people across India.</a:t>
            </a:r>
          </a:p>
          <a:p>
            <a:r>
              <a:rPr lang="en-US" sz="2400" dirty="0"/>
              <a:t>Core Mission</a:t>
            </a:r>
          </a:p>
          <a:p>
            <a:r>
              <a:rPr lang="en-US" sz="2400" dirty="0"/>
              <a:t>Use space tech for societal development and scientific advancement.</a:t>
            </a:r>
          </a:p>
          <a:p>
            <a:r>
              <a:rPr lang="en-US" sz="2400" dirty="0"/>
              <a:t>Values</a:t>
            </a:r>
          </a:p>
          <a:p>
            <a:r>
              <a:rPr lang="en-US" sz="2400" dirty="0"/>
              <a:t>Affordability, reliability, and service to society.</a:t>
            </a:r>
          </a:p>
          <a:p>
            <a:endParaRPr lang="en-US" sz="2400" dirty="0"/>
          </a:p>
          <a:p>
            <a:pPr lvl="0"/>
            <a:endParaRPr lang="en-US" sz="2400" noProof="0" dirty="0"/>
          </a:p>
        </p:txBody>
      </p:sp>
    </p:spTree>
    <p:extLst>
      <p:ext uri="{BB962C8B-B14F-4D97-AF65-F5344CB8AC3E}">
        <p14:creationId xmlns:p14="http://schemas.microsoft.com/office/powerpoint/2010/main" val="117393638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8ECDD0-17F6-3312-AE6D-F7EB95E46C02}"/>
              </a:ext>
            </a:extLst>
          </p:cNvPr>
          <p:cNvSpPr>
            <a:spLocks noGrp="1"/>
          </p:cNvSpPr>
          <p:nvPr>
            <p:ph type="title"/>
          </p:nvPr>
        </p:nvSpPr>
        <p:spPr>
          <a:xfrm>
            <a:off x="550717" y="924339"/>
            <a:ext cx="3990110" cy="5009322"/>
          </a:xfrm>
        </p:spPr>
        <p:txBody>
          <a:bodyPr/>
          <a:lstStyle/>
          <a:p>
            <a:r>
              <a:rPr lang="en-US" dirty="0"/>
              <a:t>EARLY DAYS</a:t>
            </a:r>
          </a:p>
        </p:txBody>
      </p:sp>
      <p:sp>
        <p:nvSpPr>
          <p:cNvPr id="3" name="Content Placeholder 2">
            <a:extLst>
              <a:ext uri="{FF2B5EF4-FFF2-40B4-BE49-F238E27FC236}">
                <a16:creationId xmlns:a16="http://schemas.microsoft.com/office/drawing/2014/main" id="{EB336AA5-9DDA-DA9A-5469-6885A5A84D1D}"/>
              </a:ext>
            </a:extLst>
          </p:cNvPr>
          <p:cNvSpPr>
            <a:spLocks noGrp="1"/>
          </p:cNvSpPr>
          <p:nvPr>
            <p:ph sz="quarter" idx="10"/>
          </p:nvPr>
        </p:nvSpPr>
        <p:spPr>
          <a:xfrm>
            <a:off x="5346793" y="924340"/>
            <a:ext cx="5684373" cy="5009322"/>
          </a:xfrm>
        </p:spPr>
        <p:txBody>
          <a:bodyPr>
            <a:normAutofit fontScale="70000" lnSpcReduction="20000"/>
          </a:bodyPr>
          <a:lstStyle/>
          <a:p>
            <a:r>
              <a:rPr lang="en-US" dirty="0"/>
              <a:t>India’s space story began with INCOSPAR in 1962 and evolved into ISRO in 1969. Early achievements built technical foundations and confidence:</a:t>
            </a:r>
          </a:p>
          <a:p>
            <a:r>
              <a:rPr lang="en-US" sz="4000" b="1" dirty="0">
                <a:latin typeface="Arial" panose="020B0604020202020204" pitchFamily="34" charset="0"/>
                <a:cs typeface="Arial" panose="020B0604020202020204" pitchFamily="34" charset="0"/>
              </a:rPr>
              <a:t>Aryabhata (1975): </a:t>
            </a:r>
          </a:p>
          <a:p>
            <a:pPr marL="342900" indent="-342900">
              <a:buFont typeface="Arial" panose="020B0604020202020204" pitchFamily="34" charset="0"/>
              <a:buChar char="•"/>
            </a:pPr>
            <a:r>
              <a:rPr lang="en-US" sz="2000" b="1" dirty="0"/>
              <a:t>L date:</a:t>
            </a:r>
            <a:r>
              <a:rPr lang="en-US" sz="2000" dirty="0"/>
              <a:t> 19 April 1975</a:t>
            </a:r>
          </a:p>
          <a:p>
            <a:pPr marL="342900" indent="-342900">
              <a:buFont typeface="Arial" panose="020B0604020202020204" pitchFamily="34" charset="0"/>
              <a:buChar char="•"/>
            </a:pPr>
            <a:r>
              <a:rPr lang="en-US" sz="2000" b="1" dirty="0"/>
              <a:t>Launch site:</a:t>
            </a:r>
            <a:r>
              <a:rPr lang="en-US" sz="2000" dirty="0"/>
              <a:t> Kapustin Yar, Russia (then Soviet Union)</a:t>
            </a:r>
          </a:p>
          <a:p>
            <a:pPr marL="342900" indent="-342900">
              <a:buFont typeface="Arial" panose="020B0604020202020204" pitchFamily="34" charset="0"/>
              <a:buChar char="•"/>
            </a:pPr>
            <a:r>
              <a:rPr lang="en-US" sz="2000" b="1" dirty="0"/>
              <a:t>Launch vehicle:</a:t>
            </a:r>
            <a:r>
              <a:rPr lang="en-US" sz="2000" dirty="0"/>
              <a:t> Soviet </a:t>
            </a:r>
            <a:r>
              <a:rPr lang="en-US" sz="2000" b="1" dirty="0"/>
              <a:t>Kosmos-3M</a:t>
            </a:r>
            <a:r>
              <a:rPr lang="en-US" sz="2000" dirty="0"/>
              <a:t> rocket</a:t>
            </a:r>
          </a:p>
          <a:p>
            <a:pPr marL="342900" indent="-342900">
              <a:buFont typeface="Arial" panose="020B0604020202020204" pitchFamily="34" charset="0"/>
              <a:buChar char="•"/>
            </a:pPr>
            <a:r>
              <a:rPr lang="en-US" sz="2000" b="1" dirty="0"/>
              <a:t>Mass:</a:t>
            </a:r>
            <a:r>
              <a:rPr lang="en-US" sz="2000" dirty="0"/>
              <a:t> 360 kg</a:t>
            </a:r>
          </a:p>
          <a:p>
            <a:pPr marL="342900" indent="-342900">
              <a:buFont typeface="Arial" panose="020B0604020202020204" pitchFamily="34" charset="0"/>
              <a:buChar char="•"/>
            </a:pPr>
            <a:r>
              <a:rPr lang="en-US" sz="2000" b="1" dirty="0"/>
              <a:t>Orbit:</a:t>
            </a:r>
            <a:r>
              <a:rPr lang="en-US" sz="2000" dirty="0"/>
              <a:t> 563 × 619 km, inclination 50.7°</a:t>
            </a:r>
          </a:p>
          <a:p>
            <a:pPr marL="342900" indent="-342900">
              <a:buFont typeface="Arial" panose="020B0604020202020204" pitchFamily="34" charset="0"/>
              <a:buChar char="•"/>
            </a:pPr>
            <a:r>
              <a:rPr lang="en-US" sz="2000" b="1" dirty="0"/>
              <a:t>Mission type:</a:t>
            </a:r>
            <a:r>
              <a:rPr lang="en-US" sz="2000" dirty="0"/>
              <a:t> Experimental (Astrophysics </a:t>
            </a:r>
            <a:r>
              <a:rPr lang="en-US" sz="2000" b="1" dirty="0" err="1"/>
              <a:t>aunch</a:t>
            </a:r>
            <a:r>
              <a:rPr lang="en-US" sz="2000" b="1" dirty="0"/>
              <a:t> </a:t>
            </a:r>
            <a:r>
              <a:rPr lang="en-US" sz="2000" dirty="0"/>
              <a:t>&amp; Aeronomy)</a:t>
            </a:r>
          </a:p>
          <a:p>
            <a:r>
              <a:rPr lang="en-US" sz="3600" b="1" dirty="0">
                <a:latin typeface="Arial" panose="020B0604020202020204" pitchFamily="34" charset="0"/>
                <a:cs typeface="Arial" panose="020B0604020202020204" pitchFamily="34" charset="0"/>
              </a:rPr>
              <a:t>SLV-3 (1980)</a:t>
            </a:r>
            <a:endParaRPr lang="en-US" sz="3600" dirty="0">
              <a:latin typeface="Arial" panose="020B0604020202020204" pitchFamily="34" charset="0"/>
              <a:cs typeface="Arial" panose="020B0604020202020204" pitchFamily="34" charset="0"/>
            </a:endParaRPr>
          </a:p>
          <a:p>
            <a:pPr marL="285750" indent="-285750">
              <a:buFont typeface="Arial" panose="020B0604020202020204" pitchFamily="34" charset="0"/>
              <a:buChar char="•"/>
            </a:pPr>
            <a:r>
              <a:rPr lang="en-US" dirty="0"/>
              <a:t>Marked India’s </a:t>
            </a:r>
            <a:r>
              <a:rPr lang="en-US" b="1" dirty="0"/>
              <a:t>entry into the league of spacefaring nations</a:t>
            </a:r>
            <a:r>
              <a:rPr lang="en-US" dirty="0"/>
              <a:t> (1980).</a:t>
            </a:r>
          </a:p>
          <a:p>
            <a:pPr marL="285750" indent="-285750">
              <a:buFont typeface="Arial" panose="020B0604020202020204" pitchFamily="34" charset="0"/>
              <a:buChar char="•"/>
            </a:pPr>
            <a:r>
              <a:rPr lang="en-US" dirty="0"/>
              <a:t>Provided critical experience in </a:t>
            </a:r>
            <a:r>
              <a:rPr lang="en-US" b="1" dirty="0"/>
              <a:t>solid propulsion, guidance, and control systems</a:t>
            </a:r>
            <a:r>
              <a:rPr lang="en-US" dirty="0"/>
              <a:t>.</a:t>
            </a:r>
          </a:p>
          <a:p>
            <a:pPr marL="285750" indent="-285750">
              <a:buFont typeface="Arial" panose="020B0604020202020204" pitchFamily="34" charset="0"/>
              <a:buChar char="•"/>
            </a:pPr>
            <a:r>
              <a:rPr lang="en-US" dirty="0"/>
              <a:t>Served as the foundation for later vehicles like </a:t>
            </a:r>
            <a:r>
              <a:rPr lang="en-US" b="1" dirty="0"/>
              <a:t>ASLV, PSLV, and GSLV.</a:t>
            </a:r>
            <a:endParaRPr lang="en-US" dirty="0"/>
          </a:p>
          <a:p>
            <a:pPr lvl="0"/>
            <a:endParaRPr lang="en-US" noProof="0" dirty="0"/>
          </a:p>
        </p:txBody>
      </p:sp>
    </p:spTree>
    <p:extLst>
      <p:ext uri="{BB962C8B-B14F-4D97-AF65-F5344CB8AC3E}">
        <p14:creationId xmlns:p14="http://schemas.microsoft.com/office/powerpoint/2010/main" val="95907653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E8ECA8A6-26C7-FE2F-5884-A9A5652053C6}"/>
              </a:ext>
            </a:extLst>
          </p:cNvPr>
          <p:cNvSpPr>
            <a:spLocks noGrp="1"/>
          </p:cNvSpPr>
          <p:nvPr>
            <p:ph type="title"/>
          </p:nvPr>
        </p:nvSpPr>
        <p:spPr>
          <a:xfrm>
            <a:off x="5501558" y="-117342"/>
            <a:ext cx="5695102" cy="2092049"/>
          </a:xfrm>
        </p:spPr>
        <p:txBody>
          <a:bodyPr/>
          <a:lstStyle/>
          <a:p>
            <a:r>
              <a:rPr lang="en-US" dirty="0"/>
              <a:t>Major Milestones</a:t>
            </a:r>
          </a:p>
        </p:txBody>
      </p:sp>
      <p:pic>
        <p:nvPicPr>
          <p:cNvPr id="8" name="Picture Placeholder 7" descr="A green circle with a curled corner">
            <a:extLst>
              <a:ext uri="{FF2B5EF4-FFF2-40B4-BE49-F238E27FC236}">
                <a16:creationId xmlns:a16="http://schemas.microsoft.com/office/drawing/2014/main" id="{8CCCEC06-31A4-216C-78F1-DF37E7A7CC34}"/>
              </a:ext>
            </a:extLst>
          </p:cNvPr>
          <p:cNvPicPr>
            <a:picLocks noGrp="1" noChangeAspect="1"/>
          </p:cNvPicPr>
          <p:nvPr>
            <p:ph type="pic" sz="quarter" idx="11"/>
          </p:nvPr>
        </p:nvPicPr>
        <p:blipFill>
          <a:blip r:embed="rId3"/>
          <a:srcRect/>
          <a:stretch/>
        </p:blipFill>
        <p:spPr>
          <a:xfrm>
            <a:off x="1350099" y="1974707"/>
            <a:ext cx="2907792" cy="2907792"/>
          </a:xfrm>
        </p:spPr>
      </p:pic>
      <p:pic>
        <p:nvPicPr>
          <p:cNvPr id="3" name="Content Placeholder 2">
            <a:extLst>
              <a:ext uri="{FF2B5EF4-FFF2-40B4-BE49-F238E27FC236}">
                <a16:creationId xmlns:a16="http://schemas.microsoft.com/office/drawing/2014/main" id="{80380E05-B9D4-8EBF-946C-A659EDB51876}"/>
              </a:ext>
            </a:extLst>
          </p:cNvPr>
          <p:cNvPicPr>
            <a:picLocks noGrp="1" noChangeAspect="1"/>
          </p:cNvPicPr>
          <p:nvPr>
            <p:ph sz="quarter" idx="10"/>
          </p:nvPr>
        </p:nvPicPr>
        <p:blipFill>
          <a:blip r:embed="rId4"/>
          <a:stretch>
            <a:fillRect/>
          </a:stretch>
        </p:blipFill>
        <p:spPr>
          <a:xfrm>
            <a:off x="6416842" y="2727158"/>
            <a:ext cx="4138863" cy="3394242"/>
          </a:xfrm>
          <a:prstGeom prst="rect">
            <a:avLst/>
          </a:prstGeom>
          <a:effectLst/>
        </p:spPr>
      </p:pic>
    </p:spTree>
    <p:extLst>
      <p:ext uri="{BB962C8B-B14F-4D97-AF65-F5344CB8AC3E}">
        <p14:creationId xmlns:p14="http://schemas.microsoft.com/office/powerpoint/2010/main" val="393748314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E68011-39BF-B440-C7E5-BB012A71902C}"/>
              </a:ext>
            </a:extLst>
          </p:cNvPr>
          <p:cNvSpPr>
            <a:spLocks noGrp="1"/>
          </p:cNvSpPr>
          <p:nvPr>
            <p:ph type="title"/>
          </p:nvPr>
        </p:nvSpPr>
        <p:spPr/>
        <p:txBody>
          <a:bodyPr/>
          <a:lstStyle/>
          <a:p>
            <a:r>
              <a:rPr lang="en-IN" dirty="0"/>
              <a:t>CHANDRAYAAN 1</a:t>
            </a:r>
          </a:p>
        </p:txBody>
      </p:sp>
      <p:pic>
        <p:nvPicPr>
          <p:cNvPr id="6" name="Content Placeholder 5">
            <a:extLst>
              <a:ext uri="{FF2B5EF4-FFF2-40B4-BE49-F238E27FC236}">
                <a16:creationId xmlns:a16="http://schemas.microsoft.com/office/drawing/2014/main" id="{A0899282-0477-1DA2-FB7D-D1F41528C29D}"/>
              </a:ext>
            </a:extLst>
          </p:cNvPr>
          <p:cNvPicPr>
            <a:picLocks noGrp="1" noChangeAspect="1"/>
          </p:cNvPicPr>
          <p:nvPr>
            <p:ph sz="quarter" idx="11"/>
          </p:nvPr>
        </p:nvPicPr>
        <p:blipFill>
          <a:blip r:embed="rId2">
            <a:extLst>
              <a:ext uri="{837473B0-CC2E-450A-ABE3-18F120FF3D39}">
                <a1611:picAttrSrcUrl xmlns:a1611="http://schemas.microsoft.com/office/drawing/2016/11/main" r:id="rId3"/>
              </a:ext>
            </a:extLst>
          </a:blip>
          <a:stretch>
            <a:fillRect/>
          </a:stretch>
        </p:blipFill>
        <p:spPr>
          <a:xfrm>
            <a:off x="834189" y="1892968"/>
            <a:ext cx="3513222" cy="3914710"/>
          </a:xfrm>
        </p:spPr>
      </p:pic>
      <p:sp>
        <p:nvSpPr>
          <p:cNvPr id="4" name="Content Placeholder 3">
            <a:extLst>
              <a:ext uri="{FF2B5EF4-FFF2-40B4-BE49-F238E27FC236}">
                <a16:creationId xmlns:a16="http://schemas.microsoft.com/office/drawing/2014/main" id="{BF866EAF-CCAC-62B8-CE1D-8E3F2F16ECEF}"/>
              </a:ext>
            </a:extLst>
          </p:cNvPr>
          <p:cNvSpPr>
            <a:spLocks noGrp="1"/>
          </p:cNvSpPr>
          <p:nvPr>
            <p:ph sz="quarter" idx="10"/>
          </p:nvPr>
        </p:nvSpPr>
        <p:spPr/>
        <p:txBody>
          <a:bodyPr>
            <a:normAutofit fontScale="77500" lnSpcReduction="20000"/>
          </a:bodyPr>
          <a:lstStyle/>
          <a:p>
            <a:pPr marL="0" indent="0">
              <a:buNone/>
            </a:pPr>
            <a:r>
              <a:rPr lang="en-US" sz="3300" b="1" dirty="0"/>
              <a:t>INFO</a:t>
            </a:r>
          </a:p>
          <a:p>
            <a:r>
              <a:rPr lang="en-US" dirty="0"/>
              <a:t>Detected signatures of water on the Moon — a major scientific discovery.</a:t>
            </a:r>
          </a:p>
          <a:p>
            <a:r>
              <a:rPr lang="en-US" b="1" dirty="0"/>
              <a:t>Launch date:</a:t>
            </a:r>
            <a:r>
              <a:rPr lang="en-US" dirty="0"/>
              <a:t> 22 October 2008</a:t>
            </a:r>
          </a:p>
          <a:p>
            <a:r>
              <a:rPr lang="en-US" b="1" dirty="0"/>
              <a:t>Launch site:</a:t>
            </a:r>
            <a:r>
              <a:rPr lang="en-US" dirty="0"/>
              <a:t> Satish Dhawan Space Centre, </a:t>
            </a:r>
            <a:r>
              <a:rPr lang="en-US" dirty="0" err="1"/>
              <a:t>Sriharikota</a:t>
            </a:r>
            <a:endParaRPr lang="en-US" dirty="0"/>
          </a:p>
          <a:p>
            <a:r>
              <a:rPr lang="en-US" b="1" dirty="0"/>
              <a:t>Orbit:</a:t>
            </a:r>
            <a:r>
              <a:rPr lang="en-US" dirty="0"/>
              <a:t> Initially 100 km above lunar surface; later raised to 200 km in May 2009</a:t>
            </a:r>
          </a:p>
          <a:p>
            <a:pPr marL="0" indent="0">
              <a:buNone/>
            </a:pPr>
            <a:r>
              <a:rPr lang="en-US" sz="3300" b="1" dirty="0"/>
              <a:t>Scientific Objectives</a:t>
            </a:r>
          </a:p>
          <a:p>
            <a:r>
              <a:rPr lang="en-US" b="1" dirty="0"/>
              <a:t>Chemical &amp; mineralogical mapping</a:t>
            </a:r>
            <a:r>
              <a:rPr lang="en-US" dirty="0"/>
              <a:t> of the Moon.</a:t>
            </a:r>
          </a:p>
          <a:p>
            <a:r>
              <a:rPr lang="en-US" b="1" dirty="0"/>
              <a:t>Photo-geologic mapping</a:t>
            </a:r>
            <a:r>
              <a:rPr lang="en-US" dirty="0"/>
              <a:t> for surface features.</a:t>
            </a:r>
          </a:p>
          <a:p>
            <a:r>
              <a:rPr lang="en-US" b="1" dirty="0"/>
              <a:t>Detection of water molecules</a:t>
            </a:r>
            <a:r>
              <a:rPr lang="en-US" dirty="0"/>
              <a:t> on the lunar surface (major discovery).</a:t>
            </a:r>
          </a:p>
          <a:p>
            <a:r>
              <a:rPr lang="en-US" b="1" dirty="0"/>
              <a:t>Study of lunar topography and exosphere.</a:t>
            </a:r>
            <a:endParaRPr lang="en-US" dirty="0"/>
          </a:p>
          <a:p>
            <a:pPr marL="0" indent="0">
              <a:buNone/>
            </a:pPr>
            <a:r>
              <a:rPr lang="en-US" sz="3300" b="1" dirty="0"/>
              <a:t>Achievements</a:t>
            </a:r>
          </a:p>
          <a:p>
            <a:r>
              <a:rPr lang="en-US" dirty="0"/>
              <a:t>First Indian mission to the Moon.</a:t>
            </a:r>
          </a:p>
          <a:p>
            <a:r>
              <a:rPr lang="en-US" dirty="0"/>
              <a:t>Confirmed </a:t>
            </a:r>
            <a:r>
              <a:rPr lang="en-US" b="1" dirty="0"/>
              <a:t>presence of water molecules</a:t>
            </a:r>
            <a:r>
              <a:rPr lang="en-US" dirty="0"/>
              <a:t> on the lunar surface.</a:t>
            </a:r>
          </a:p>
          <a:p>
            <a:endParaRPr lang="en-IN" dirty="0"/>
          </a:p>
        </p:txBody>
      </p:sp>
      <p:sp>
        <p:nvSpPr>
          <p:cNvPr id="7" name="TextBox 6">
            <a:extLst>
              <a:ext uri="{FF2B5EF4-FFF2-40B4-BE49-F238E27FC236}">
                <a16:creationId xmlns:a16="http://schemas.microsoft.com/office/drawing/2014/main" id="{65774AA4-B19D-06B5-7D0B-B8ABF74FE82E}"/>
              </a:ext>
            </a:extLst>
          </p:cNvPr>
          <p:cNvSpPr txBox="1"/>
          <p:nvPr/>
        </p:nvSpPr>
        <p:spPr>
          <a:xfrm>
            <a:off x="834189" y="5807678"/>
            <a:ext cx="3513222" cy="369332"/>
          </a:xfrm>
          <a:prstGeom prst="rect">
            <a:avLst/>
          </a:prstGeom>
          <a:noFill/>
        </p:spPr>
        <p:txBody>
          <a:bodyPr wrap="square" rtlCol="0">
            <a:spAutoFit/>
          </a:bodyPr>
          <a:lstStyle/>
          <a:p>
            <a:r>
              <a:rPr lang="en-IN" sz="900">
                <a:hlinkClick r:id="rId3" tooltip="https://www.astroblogs.nl/2008/10/21/indische-chandrayaan-1-klaar-voor-lancering/"/>
              </a:rPr>
              <a:t>This Photo</a:t>
            </a:r>
            <a:r>
              <a:rPr lang="en-IN" sz="900"/>
              <a:t> by Unknown Author is licensed under </a:t>
            </a:r>
            <a:r>
              <a:rPr lang="en-IN" sz="900">
                <a:hlinkClick r:id="rId4" tooltip="https://creativecommons.org/licenses/by-nc-sa/3.0/"/>
              </a:rPr>
              <a:t>CC BY-SA-NC</a:t>
            </a:r>
            <a:endParaRPr lang="en-IN" sz="900"/>
          </a:p>
        </p:txBody>
      </p:sp>
    </p:spTree>
    <p:extLst>
      <p:ext uri="{BB962C8B-B14F-4D97-AF65-F5344CB8AC3E}">
        <p14:creationId xmlns:p14="http://schemas.microsoft.com/office/powerpoint/2010/main" val="271228622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845A40-14FE-D80F-35EB-03306AF4EE7C}"/>
              </a:ext>
            </a:extLst>
          </p:cNvPr>
          <p:cNvSpPr>
            <a:spLocks noGrp="1"/>
          </p:cNvSpPr>
          <p:nvPr>
            <p:ph type="title"/>
          </p:nvPr>
        </p:nvSpPr>
        <p:spPr/>
        <p:txBody>
          <a:bodyPr/>
          <a:lstStyle/>
          <a:p>
            <a:r>
              <a:rPr lang="en-IN" dirty="0"/>
              <a:t>MANGALYAAN</a:t>
            </a:r>
          </a:p>
        </p:txBody>
      </p:sp>
      <p:pic>
        <p:nvPicPr>
          <p:cNvPr id="6" name="Content Placeholder 5">
            <a:extLst>
              <a:ext uri="{FF2B5EF4-FFF2-40B4-BE49-F238E27FC236}">
                <a16:creationId xmlns:a16="http://schemas.microsoft.com/office/drawing/2014/main" id="{8CFF1B15-1CDB-8EB2-272A-302DF52B41C8}"/>
              </a:ext>
            </a:extLst>
          </p:cNvPr>
          <p:cNvPicPr>
            <a:picLocks noGrp="1" noChangeAspect="1"/>
          </p:cNvPicPr>
          <p:nvPr>
            <p:ph sz="quarter" idx="11"/>
          </p:nvPr>
        </p:nvPicPr>
        <p:blipFill>
          <a:blip r:embed="rId2"/>
          <a:stretch>
            <a:fillRect/>
          </a:stretch>
        </p:blipFill>
        <p:spPr>
          <a:xfrm>
            <a:off x="529503" y="2486526"/>
            <a:ext cx="3990110" cy="3175916"/>
          </a:xfrm>
          <a:prstGeom prst="rect">
            <a:avLst/>
          </a:prstGeom>
          <a:effectLst/>
        </p:spPr>
      </p:pic>
      <p:sp>
        <p:nvSpPr>
          <p:cNvPr id="4" name="Content Placeholder 3">
            <a:extLst>
              <a:ext uri="{FF2B5EF4-FFF2-40B4-BE49-F238E27FC236}">
                <a16:creationId xmlns:a16="http://schemas.microsoft.com/office/drawing/2014/main" id="{9A905D36-D670-4E31-410F-D4B7B542CA68}"/>
              </a:ext>
            </a:extLst>
          </p:cNvPr>
          <p:cNvSpPr>
            <a:spLocks noGrp="1"/>
          </p:cNvSpPr>
          <p:nvPr>
            <p:ph sz="quarter" idx="10"/>
          </p:nvPr>
        </p:nvSpPr>
        <p:spPr/>
        <p:txBody>
          <a:bodyPr>
            <a:normAutofit fontScale="92500" lnSpcReduction="20000"/>
          </a:bodyPr>
          <a:lstStyle/>
          <a:p>
            <a:r>
              <a:rPr lang="en-IN" dirty="0"/>
              <a:t>First Asian mission to Mars; succeeded on first attempt at exceptionally low cost.</a:t>
            </a:r>
          </a:p>
          <a:p>
            <a:r>
              <a:rPr lang="en-IN" b="1" dirty="0"/>
              <a:t>Launch date:</a:t>
            </a:r>
            <a:r>
              <a:rPr lang="en-IN" dirty="0"/>
              <a:t> 5 November 2013</a:t>
            </a:r>
          </a:p>
          <a:p>
            <a:r>
              <a:rPr lang="en-IN" b="1" dirty="0"/>
              <a:t>Launch vehicle:</a:t>
            </a:r>
            <a:r>
              <a:rPr lang="en-IN" dirty="0"/>
              <a:t> PSLV-C25 (XL configuration)</a:t>
            </a:r>
          </a:p>
          <a:p>
            <a:r>
              <a:rPr lang="en-IN" b="1" dirty="0"/>
              <a:t>Launch site:</a:t>
            </a:r>
            <a:r>
              <a:rPr lang="en-IN" dirty="0"/>
              <a:t> Satish Dhawan Space Centre, </a:t>
            </a:r>
            <a:r>
              <a:rPr lang="en-IN" dirty="0" err="1"/>
              <a:t>Sriharikota</a:t>
            </a:r>
            <a:endParaRPr lang="en-IN" dirty="0"/>
          </a:p>
          <a:p>
            <a:pPr marL="0" indent="0">
              <a:buNone/>
            </a:pPr>
            <a:r>
              <a:rPr lang="en-IN" sz="3000" b="1" dirty="0"/>
              <a:t>Scientific Objectives</a:t>
            </a:r>
          </a:p>
          <a:p>
            <a:r>
              <a:rPr lang="en-IN" dirty="0"/>
              <a:t>Demonstrate India’s capability to design, launch, and operate an interplanetary mission.</a:t>
            </a:r>
          </a:p>
          <a:p>
            <a:r>
              <a:rPr lang="en-IN" dirty="0"/>
              <a:t>Study </a:t>
            </a:r>
            <a:r>
              <a:rPr lang="en-IN" b="1" dirty="0"/>
              <a:t>Martian surface features, morphology, mineralogy, and atmosphere</a:t>
            </a:r>
            <a:r>
              <a:rPr lang="en-IN" dirty="0"/>
              <a:t>.</a:t>
            </a:r>
          </a:p>
          <a:p>
            <a:r>
              <a:rPr lang="en-IN" dirty="0"/>
              <a:t>Test autonomous spacecraft operations during deep-space travel.</a:t>
            </a:r>
          </a:p>
          <a:p>
            <a:pPr marL="0" indent="0">
              <a:buNone/>
            </a:pPr>
            <a:r>
              <a:rPr lang="en-IN" sz="3000" b="1" dirty="0"/>
              <a:t>Achievements</a:t>
            </a:r>
          </a:p>
          <a:p>
            <a:r>
              <a:rPr lang="en-IN" dirty="0"/>
              <a:t>India became the </a:t>
            </a:r>
            <a:r>
              <a:rPr lang="en-IN" b="1" dirty="0"/>
              <a:t>first Asian nation</a:t>
            </a:r>
            <a:r>
              <a:rPr lang="en-IN" dirty="0"/>
              <a:t> to reach Mars orbit.</a:t>
            </a:r>
          </a:p>
          <a:p>
            <a:endParaRPr lang="en-IN" dirty="0"/>
          </a:p>
        </p:txBody>
      </p:sp>
    </p:spTree>
    <p:extLst>
      <p:ext uri="{BB962C8B-B14F-4D97-AF65-F5344CB8AC3E}">
        <p14:creationId xmlns:p14="http://schemas.microsoft.com/office/powerpoint/2010/main" val="316996531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50B45A-B2EB-5483-8A5A-2DB4FD284EFE}"/>
              </a:ext>
            </a:extLst>
          </p:cNvPr>
          <p:cNvSpPr>
            <a:spLocks noGrp="1"/>
          </p:cNvSpPr>
          <p:nvPr>
            <p:ph type="title"/>
          </p:nvPr>
        </p:nvSpPr>
        <p:spPr/>
        <p:txBody>
          <a:bodyPr/>
          <a:lstStyle/>
          <a:p>
            <a:r>
              <a:rPr lang="en-IN" dirty="0"/>
              <a:t>RECENT MISSIONS</a:t>
            </a:r>
          </a:p>
        </p:txBody>
      </p:sp>
    </p:spTree>
    <p:extLst>
      <p:ext uri="{BB962C8B-B14F-4D97-AF65-F5344CB8AC3E}">
        <p14:creationId xmlns:p14="http://schemas.microsoft.com/office/powerpoint/2010/main" val="385724711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C821C8-EF3C-5453-BA31-FE07D333906C}"/>
              </a:ext>
            </a:extLst>
          </p:cNvPr>
          <p:cNvSpPr>
            <a:spLocks noGrp="1"/>
          </p:cNvSpPr>
          <p:nvPr>
            <p:ph type="title"/>
          </p:nvPr>
        </p:nvSpPr>
        <p:spPr>
          <a:xfrm>
            <a:off x="912133" y="603325"/>
            <a:ext cx="4383156" cy="1530275"/>
          </a:xfrm>
        </p:spPr>
        <p:txBody>
          <a:bodyPr/>
          <a:lstStyle/>
          <a:p>
            <a:r>
              <a:rPr lang="en-IN" dirty="0" err="1"/>
              <a:t>Chandrayaan</a:t>
            </a:r>
            <a:r>
              <a:rPr lang="en-IN" dirty="0"/>
              <a:t> 3</a:t>
            </a:r>
          </a:p>
        </p:txBody>
      </p:sp>
      <p:sp>
        <p:nvSpPr>
          <p:cNvPr id="3" name="Text Placeholder 2">
            <a:extLst>
              <a:ext uri="{FF2B5EF4-FFF2-40B4-BE49-F238E27FC236}">
                <a16:creationId xmlns:a16="http://schemas.microsoft.com/office/drawing/2014/main" id="{32AA35B9-26F8-00FD-CAD0-10B07E207CD6}"/>
              </a:ext>
            </a:extLst>
          </p:cNvPr>
          <p:cNvSpPr>
            <a:spLocks noGrp="1"/>
          </p:cNvSpPr>
          <p:nvPr>
            <p:ph type="body" sz="quarter" idx="14"/>
          </p:nvPr>
        </p:nvSpPr>
        <p:spPr/>
        <p:txBody>
          <a:bodyPr>
            <a:normAutofit fontScale="92500" lnSpcReduction="20000"/>
          </a:bodyPr>
          <a:lstStyle/>
          <a:p>
            <a:r>
              <a:rPr lang="en-US" dirty="0"/>
              <a:t>Successful soft landing near Moon’s south pole, rover conducting surface experiments and sending data.</a:t>
            </a:r>
          </a:p>
          <a:p>
            <a:r>
              <a:rPr lang="en-US" b="1" dirty="0"/>
              <a:t>Launch date:</a:t>
            </a:r>
            <a:r>
              <a:rPr lang="en-US" dirty="0"/>
              <a:t> 14 July 2023</a:t>
            </a:r>
          </a:p>
          <a:p>
            <a:r>
              <a:rPr lang="en-US" b="1" dirty="0"/>
              <a:t>Launch vehicle:</a:t>
            </a:r>
            <a:r>
              <a:rPr lang="en-US" dirty="0"/>
              <a:t> LVM3-M4 (GSLV Mk-III)</a:t>
            </a:r>
          </a:p>
          <a:p>
            <a:r>
              <a:rPr lang="en-US" sz="3000" b="1" dirty="0"/>
              <a:t>Achievements</a:t>
            </a:r>
          </a:p>
          <a:p>
            <a:pPr marL="285750" indent="-285750">
              <a:buFont typeface="Arial" panose="020B0604020202020204" pitchFamily="34" charset="0"/>
              <a:buChar char="•"/>
            </a:pPr>
            <a:r>
              <a:rPr lang="en-US" sz="1700" dirty="0"/>
              <a:t>Demonstrated </a:t>
            </a:r>
            <a:r>
              <a:rPr lang="en-US" sz="1700" b="1" dirty="0"/>
              <a:t>autonomous landing technology</a:t>
            </a:r>
            <a:r>
              <a:rPr lang="en-US" sz="1700" dirty="0"/>
              <a:t> with precision.</a:t>
            </a:r>
          </a:p>
          <a:p>
            <a:pPr marL="285750" indent="-285750">
              <a:buFont typeface="Arial" panose="020B0604020202020204" pitchFamily="34" charset="0"/>
              <a:buChar char="•"/>
            </a:pPr>
            <a:r>
              <a:rPr lang="en-US" sz="1700" dirty="0"/>
              <a:t>Rover confirmed presence of </a:t>
            </a:r>
            <a:r>
              <a:rPr lang="en-US" sz="1700" b="1" dirty="0" err="1"/>
              <a:t>sulphur</a:t>
            </a:r>
            <a:r>
              <a:rPr lang="en-US" sz="1700" b="1" dirty="0"/>
              <a:t> and other elements</a:t>
            </a:r>
            <a:r>
              <a:rPr lang="en-US" sz="1700" dirty="0"/>
              <a:t> in lunar soil.</a:t>
            </a:r>
          </a:p>
          <a:p>
            <a:r>
              <a:rPr lang="en-US" sz="3000" b="1" dirty="0"/>
              <a:t>Impact</a:t>
            </a:r>
          </a:p>
          <a:p>
            <a:pPr marL="285750" indent="-285750">
              <a:buFont typeface="Arial" panose="020B0604020202020204" pitchFamily="34" charset="0"/>
              <a:buChar char="•"/>
            </a:pPr>
            <a:r>
              <a:rPr lang="en-US" dirty="0"/>
              <a:t>Boosted India’s global standing in planetary exploration.</a:t>
            </a:r>
          </a:p>
          <a:p>
            <a:pPr marL="285750" indent="-285750">
              <a:buFont typeface="Arial" panose="020B0604020202020204" pitchFamily="34" charset="0"/>
              <a:buChar char="•"/>
            </a:pPr>
            <a:r>
              <a:rPr lang="en-US" dirty="0"/>
              <a:t>Provided crucial data for future missions, including possible </a:t>
            </a:r>
            <a:r>
              <a:rPr lang="en-US" b="1" dirty="0"/>
              <a:t>lunar resource utilization</a:t>
            </a:r>
            <a:r>
              <a:rPr lang="en-US" dirty="0"/>
              <a:t>.</a:t>
            </a:r>
          </a:p>
          <a:p>
            <a:endParaRPr lang="en-IN" dirty="0"/>
          </a:p>
        </p:txBody>
      </p:sp>
      <p:pic>
        <p:nvPicPr>
          <p:cNvPr id="5" name="Picture 4">
            <a:extLst>
              <a:ext uri="{FF2B5EF4-FFF2-40B4-BE49-F238E27FC236}">
                <a16:creationId xmlns:a16="http://schemas.microsoft.com/office/drawing/2014/main" id="{27E93659-D43F-7270-6C70-1035E0A153BB}"/>
              </a:ext>
            </a:extLst>
          </p:cNvPr>
          <p:cNvPicPr>
            <a:picLocks noChangeAspect="1"/>
          </p:cNvPicPr>
          <p:nvPr/>
        </p:nvPicPr>
        <p:blipFill>
          <a:blip r:embed="rId2"/>
          <a:stretch>
            <a:fillRect/>
          </a:stretch>
        </p:blipFill>
        <p:spPr>
          <a:xfrm>
            <a:off x="1403261" y="2133600"/>
            <a:ext cx="3400900" cy="4299284"/>
          </a:xfrm>
          <a:prstGeom prst="rect">
            <a:avLst/>
          </a:prstGeom>
        </p:spPr>
      </p:pic>
    </p:spTree>
    <p:extLst>
      <p:ext uri="{BB962C8B-B14F-4D97-AF65-F5344CB8AC3E}">
        <p14:creationId xmlns:p14="http://schemas.microsoft.com/office/powerpoint/2010/main" val="361174393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C0A4FD-B84B-4AE9-F720-6E0ED581F2F0}"/>
              </a:ext>
            </a:extLst>
          </p:cNvPr>
          <p:cNvSpPr>
            <a:spLocks noGrp="1"/>
          </p:cNvSpPr>
          <p:nvPr>
            <p:ph type="title"/>
          </p:nvPr>
        </p:nvSpPr>
        <p:spPr>
          <a:xfrm>
            <a:off x="815880" y="683535"/>
            <a:ext cx="4383156" cy="1883202"/>
          </a:xfrm>
        </p:spPr>
        <p:txBody>
          <a:bodyPr/>
          <a:lstStyle/>
          <a:p>
            <a:r>
              <a:rPr lang="en-IN" dirty="0"/>
              <a:t>Aditya- L1 (2023)</a:t>
            </a:r>
          </a:p>
        </p:txBody>
      </p:sp>
      <p:sp>
        <p:nvSpPr>
          <p:cNvPr id="3" name="Text Placeholder 2">
            <a:extLst>
              <a:ext uri="{FF2B5EF4-FFF2-40B4-BE49-F238E27FC236}">
                <a16:creationId xmlns:a16="http://schemas.microsoft.com/office/drawing/2014/main" id="{A63A35AF-F98E-41C7-C126-7C03E29C570A}"/>
              </a:ext>
            </a:extLst>
          </p:cNvPr>
          <p:cNvSpPr>
            <a:spLocks noGrp="1"/>
          </p:cNvSpPr>
          <p:nvPr>
            <p:ph type="body" sz="quarter" idx="14"/>
          </p:nvPr>
        </p:nvSpPr>
        <p:spPr>
          <a:xfrm>
            <a:off x="5935580" y="924512"/>
            <a:ext cx="5216124" cy="5008977"/>
          </a:xfrm>
        </p:spPr>
        <p:txBody>
          <a:bodyPr>
            <a:normAutofit fontScale="62500" lnSpcReduction="20000"/>
          </a:bodyPr>
          <a:lstStyle/>
          <a:p>
            <a:r>
              <a:rPr lang="en-US" sz="2200" dirty="0"/>
              <a:t>Solar mission observing the Sun’s corona to improve understanding of space weather affecting Earth.</a:t>
            </a:r>
          </a:p>
          <a:p>
            <a:r>
              <a:rPr lang="en-US" sz="2200" b="1" dirty="0"/>
              <a:t>launch date:</a:t>
            </a:r>
            <a:r>
              <a:rPr lang="en-US" sz="2200" dirty="0"/>
              <a:t> 2 September 2023</a:t>
            </a:r>
          </a:p>
          <a:p>
            <a:r>
              <a:rPr lang="en-US" sz="2200" b="1" dirty="0"/>
              <a:t>Launch vehicle:</a:t>
            </a:r>
            <a:r>
              <a:rPr lang="en-US" sz="2200" dirty="0"/>
              <a:t> PSLV-C57 (XL configuration)</a:t>
            </a:r>
          </a:p>
          <a:p>
            <a:r>
              <a:rPr lang="en-US" sz="2200" b="1" dirty="0"/>
              <a:t>Mission duration:</a:t>
            </a:r>
            <a:r>
              <a:rPr lang="en-US" sz="2200" dirty="0"/>
              <a:t> Planned 5+ years</a:t>
            </a:r>
          </a:p>
          <a:p>
            <a:r>
              <a:rPr lang="en-US" sz="2300" b="1" dirty="0"/>
              <a:t>Scientific Objectives</a:t>
            </a:r>
          </a:p>
          <a:p>
            <a:pPr marL="285750" indent="-285750">
              <a:buFont typeface="Arial" panose="020B0604020202020204" pitchFamily="34" charset="0"/>
              <a:buChar char="•"/>
            </a:pPr>
            <a:r>
              <a:rPr lang="en-US" sz="2300" dirty="0"/>
              <a:t>Continuous observation of the Sun without eclipses/occultations.</a:t>
            </a:r>
          </a:p>
          <a:p>
            <a:pPr marL="285750" indent="-285750">
              <a:buFont typeface="Arial" panose="020B0604020202020204" pitchFamily="34" charset="0"/>
              <a:buChar char="•"/>
            </a:pPr>
            <a:r>
              <a:rPr lang="en-US" sz="2300" dirty="0"/>
              <a:t>Study the </a:t>
            </a:r>
            <a:r>
              <a:rPr lang="en-US" sz="2300" b="1" dirty="0"/>
              <a:t>photosphere, chromosphere, and corona</a:t>
            </a:r>
            <a:r>
              <a:rPr lang="en-US" sz="2300" dirty="0"/>
              <a:t>.</a:t>
            </a:r>
          </a:p>
          <a:p>
            <a:r>
              <a:rPr lang="en-US" sz="2100" b="1" dirty="0"/>
              <a:t>Latest Updates (Feb 2026)</a:t>
            </a:r>
          </a:p>
          <a:p>
            <a:pPr marL="285750" indent="-285750">
              <a:buFont typeface="Arial" panose="020B0604020202020204" pitchFamily="34" charset="0"/>
              <a:buChar char="•"/>
            </a:pPr>
            <a:r>
              <a:rPr lang="en-US" sz="2300" dirty="0"/>
              <a:t>Successfully operating in halo orbit since January 2024.</a:t>
            </a:r>
          </a:p>
          <a:p>
            <a:pPr marL="285750" indent="-285750">
              <a:buFont typeface="Arial" panose="020B0604020202020204" pitchFamily="34" charset="0"/>
              <a:buChar char="•"/>
            </a:pPr>
            <a:r>
              <a:rPr lang="en-US" sz="2300" dirty="0"/>
              <a:t>Captured </a:t>
            </a:r>
            <a:r>
              <a:rPr lang="en-US" sz="2300" b="1" dirty="0"/>
              <a:t>first high-energy X-ray glimpses of solar flares</a:t>
            </a:r>
            <a:r>
              <a:rPr lang="en-US" sz="2300" dirty="0"/>
              <a:t>.</a:t>
            </a:r>
          </a:p>
          <a:p>
            <a:r>
              <a:rPr lang="en-US" sz="2300" b="1" dirty="0"/>
              <a:t>Significance</a:t>
            </a:r>
          </a:p>
          <a:p>
            <a:pPr marL="285750" indent="-285750">
              <a:buFont typeface="Arial" panose="020B0604020202020204" pitchFamily="34" charset="0"/>
              <a:buChar char="•"/>
            </a:pPr>
            <a:r>
              <a:rPr lang="en-US" sz="2100" dirty="0"/>
              <a:t>Strengthens India’s role in </a:t>
            </a:r>
            <a:r>
              <a:rPr lang="en-US" sz="2100" b="1" dirty="0"/>
              <a:t>space weather forecasting</a:t>
            </a:r>
            <a:r>
              <a:rPr lang="en-US" sz="2100" dirty="0"/>
              <a:t>.</a:t>
            </a:r>
          </a:p>
          <a:p>
            <a:pPr marL="285750" indent="-285750">
              <a:buFont typeface="Arial" panose="020B0604020202020204" pitchFamily="34" charset="0"/>
              <a:buChar char="•"/>
            </a:pPr>
            <a:r>
              <a:rPr lang="en-US" sz="2100" dirty="0"/>
              <a:t>Helps protect satellites, power grids, and communication systems from solar storm impacts</a:t>
            </a:r>
            <a:r>
              <a:rPr lang="en-US" dirty="0"/>
              <a:t>.</a:t>
            </a:r>
          </a:p>
          <a:p>
            <a:endParaRPr lang="en-IN" dirty="0"/>
          </a:p>
        </p:txBody>
      </p:sp>
      <p:pic>
        <p:nvPicPr>
          <p:cNvPr id="5" name="Picture 4">
            <a:extLst>
              <a:ext uri="{FF2B5EF4-FFF2-40B4-BE49-F238E27FC236}">
                <a16:creationId xmlns:a16="http://schemas.microsoft.com/office/drawing/2014/main" id="{D555FF7E-25B8-9F09-6739-07C711F94CAC}"/>
              </a:ext>
            </a:extLst>
          </p:cNvPr>
          <p:cNvPicPr>
            <a:picLocks noChangeAspect="1"/>
          </p:cNvPicPr>
          <p:nvPr/>
        </p:nvPicPr>
        <p:blipFill>
          <a:blip r:embed="rId2"/>
          <a:stretch>
            <a:fillRect/>
          </a:stretch>
        </p:blipFill>
        <p:spPr>
          <a:xfrm>
            <a:off x="661386" y="2214524"/>
            <a:ext cx="5029902" cy="4153480"/>
          </a:xfrm>
          <a:prstGeom prst="rect">
            <a:avLst/>
          </a:prstGeom>
        </p:spPr>
      </p:pic>
    </p:spTree>
    <p:extLst>
      <p:ext uri="{BB962C8B-B14F-4D97-AF65-F5344CB8AC3E}">
        <p14:creationId xmlns:p14="http://schemas.microsoft.com/office/powerpoint/2010/main" val="345339313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C360B4-5051-7678-3968-648518B4E29A}"/>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9C2838EC-9E8E-C8E3-086A-F1F4FE29DEFF}"/>
              </a:ext>
            </a:extLst>
          </p:cNvPr>
          <p:cNvSpPr>
            <a:spLocks noGrp="1"/>
          </p:cNvSpPr>
          <p:nvPr>
            <p:ph sz="quarter" idx="10"/>
          </p:nvPr>
        </p:nvSpPr>
        <p:spPr/>
        <p:txBody>
          <a:bodyPr>
            <a:normAutofit fontScale="92500" lnSpcReduction="20000"/>
          </a:bodyPr>
          <a:lstStyle/>
          <a:p>
            <a:r>
              <a:rPr lang="en-US" sz="2200" b="1" dirty="0"/>
              <a:t>What’s Next for ISRO?</a:t>
            </a:r>
          </a:p>
          <a:p>
            <a:r>
              <a:rPr lang="en-US" dirty="0"/>
              <a:t>ISRO’s roadmap blends exploration, technology development, and service expansion:</a:t>
            </a:r>
          </a:p>
          <a:p>
            <a:pPr marL="285750" indent="-285750">
              <a:buFont typeface="Arial" panose="020B0604020202020204" pitchFamily="34" charset="0"/>
              <a:buChar char="•"/>
            </a:pPr>
            <a:r>
              <a:rPr lang="en-US" sz="2200" dirty="0" err="1"/>
              <a:t>Gaganyaan</a:t>
            </a:r>
            <a:r>
              <a:rPr lang="en-US" dirty="0"/>
              <a:t>: Human spaceflight mission with crew training and life-support system validation.</a:t>
            </a:r>
          </a:p>
          <a:p>
            <a:pPr marL="285750" indent="-285750">
              <a:buFont typeface="Arial" panose="020B0604020202020204" pitchFamily="34" charset="0"/>
              <a:buChar char="•"/>
            </a:pPr>
            <a:r>
              <a:rPr lang="en-US" sz="2200" dirty="0"/>
              <a:t>Lunar follow-ups</a:t>
            </a:r>
            <a:r>
              <a:rPr lang="en-US" dirty="0"/>
              <a:t>: Chandrayaan-4 and robotic missions to expand lunar science and resource mapping.</a:t>
            </a:r>
          </a:p>
          <a:p>
            <a:pPr marL="285750" indent="-285750">
              <a:buFont typeface="Arial" panose="020B0604020202020204" pitchFamily="34" charset="0"/>
              <a:buChar char="•"/>
            </a:pPr>
            <a:r>
              <a:rPr lang="en-US" sz="2200" dirty="0"/>
              <a:t>Interplanetary</a:t>
            </a:r>
            <a:r>
              <a:rPr lang="en-US" dirty="0"/>
              <a:t>: Future missions to Mars and Venus are being studied to extend scientific reach.</a:t>
            </a:r>
          </a:p>
          <a:p>
            <a:pPr marL="285750" indent="-285750">
              <a:buFont typeface="Arial" panose="020B0604020202020204" pitchFamily="34" charset="0"/>
              <a:buChar char="•"/>
            </a:pPr>
            <a:r>
              <a:rPr lang="en-US" sz="2200" dirty="0"/>
              <a:t>Reusable Launch Vehicles</a:t>
            </a:r>
            <a:r>
              <a:rPr lang="en-US" dirty="0"/>
              <a:t>: Developing reusability to lower costs and raise launch cadence.</a:t>
            </a:r>
          </a:p>
          <a:p>
            <a:endParaRPr lang="en-IN" dirty="0"/>
          </a:p>
        </p:txBody>
      </p:sp>
      <p:pic>
        <p:nvPicPr>
          <p:cNvPr id="5" name="Picture 4">
            <a:extLst>
              <a:ext uri="{FF2B5EF4-FFF2-40B4-BE49-F238E27FC236}">
                <a16:creationId xmlns:a16="http://schemas.microsoft.com/office/drawing/2014/main" id="{A4A0E366-B9CC-4339-51EF-422CD9145444}"/>
              </a:ext>
            </a:extLst>
          </p:cNvPr>
          <p:cNvPicPr>
            <a:picLocks noChangeAspect="1"/>
          </p:cNvPicPr>
          <p:nvPr/>
        </p:nvPicPr>
        <p:blipFill>
          <a:blip r:embed="rId2"/>
          <a:stretch>
            <a:fillRect/>
          </a:stretch>
        </p:blipFill>
        <p:spPr>
          <a:xfrm>
            <a:off x="550717" y="924339"/>
            <a:ext cx="3990110" cy="5009322"/>
          </a:xfrm>
          <a:prstGeom prst="rect">
            <a:avLst/>
          </a:prstGeom>
        </p:spPr>
      </p:pic>
    </p:spTree>
    <p:extLst>
      <p:ext uri="{BB962C8B-B14F-4D97-AF65-F5344CB8AC3E}">
        <p14:creationId xmlns:p14="http://schemas.microsoft.com/office/powerpoint/2010/main" val="391513428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B97DFA-9278-9CB6-C5BC-520AB107B9E7}"/>
              </a:ext>
            </a:extLst>
          </p:cNvPr>
          <p:cNvSpPr>
            <a:spLocks noGrp="1"/>
          </p:cNvSpPr>
          <p:nvPr>
            <p:ph type="title"/>
          </p:nvPr>
        </p:nvSpPr>
        <p:spPr>
          <a:xfrm>
            <a:off x="810001" y="685800"/>
            <a:ext cx="10571998" cy="2983528"/>
          </a:xfrm>
        </p:spPr>
        <p:txBody>
          <a:bodyPr/>
          <a:lstStyle/>
          <a:p>
            <a:r>
              <a:rPr lang="en-US" dirty="0"/>
              <a:t>How ISRO Helps Society and Earth</a:t>
            </a:r>
            <a:br>
              <a:rPr lang="en-US" dirty="0"/>
            </a:br>
            <a:endParaRPr lang="en-US" noProof="0" dirty="0"/>
          </a:p>
        </p:txBody>
      </p:sp>
    </p:spTree>
    <p:extLst>
      <p:ext uri="{BB962C8B-B14F-4D97-AF65-F5344CB8AC3E}">
        <p14:creationId xmlns:p14="http://schemas.microsoft.com/office/powerpoint/2010/main" val="172214762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31C868-0BD7-12F1-EE47-7A4639BC23FE}"/>
              </a:ext>
            </a:extLst>
          </p:cNvPr>
          <p:cNvSpPr>
            <a:spLocks noGrp="1"/>
          </p:cNvSpPr>
          <p:nvPr>
            <p:ph type="title"/>
          </p:nvPr>
        </p:nvSpPr>
        <p:spPr/>
        <p:txBody>
          <a:bodyPr/>
          <a:lstStyle/>
          <a:p>
            <a:endParaRPr lang="en-IN"/>
          </a:p>
        </p:txBody>
      </p:sp>
      <p:sp>
        <p:nvSpPr>
          <p:cNvPr id="3" name="Text Placeholder 2">
            <a:extLst>
              <a:ext uri="{FF2B5EF4-FFF2-40B4-BE49-F238E27FC236}">
                <a16:creationId xmlns:a16="http://schemas.microsoft.com/office/drawing/2014/main" id="{EF17A4F3-5DAD-894F-5BCA-489D1F82803E}"/>
              </a:ext>
            </a:extLst>
          </p:cNvPr>
          <p:cNvSpPr>
            <a:spLocks noGrp="1"/>
          </p:cNvSpPr>
          <p:nvPr>
            <p:ph type="body" sz="quarter" idx="14"/>
          </p:nvPr>
        </p:nvSpPr>
        <p:spPr/>
        <p:txBody>
          <a:bodyPr>
            <a:normAutofit fontScale="92500"/>
          </a:bodyPr>
          <a:lstStyle/>
          <a:p>
            <a:r>
              <a:rPr lang="en-US" dirty="0"/>
              <a:t>ISRO’s satellites and services deliver everyday benefits for millions:</a:t>
            </a:r>
          </a:p>
          <a:p>
            <a:r>
              <a:rPr lang="en-US" b="1" dirty="0"/>
              <a:t>Communication &amp; Connectivity</a:t>
            </a:r>
          </a:p>
          <a:p>
            <a:r>
              <a:rPr lang="en-US" b="1" dirty="0"/>
              <a:t>INSAT/GSAT satellites</a:t>
            </a:r>
            <a:r>
              <a:rPr lang="en-US" dirty="0"/>
              <a:t> revolutionized TV broadcasting, telecommunication, and internet services across India.</a:t>
            </a:r>
          </a:p>
          <a:p>
            <a:r>
              <a:rPr lang="en-US" dirty="0"/>
              <a:t>Enabled </a:t>
            </a:r>
            <a:r>
              <a:rPr lang="en-US" b="1" dirty="0"/>
              <a:t>tele-education</a:t>
            </a:r>
            <a:r>
              <a:rPr lang="en-US" dirty="0"/>
              <a:t> and </a:t>
            </a:r>
            <a:r>
              <a:rPr lang="en-US" b="1" dirty="0"/>
              <a:t>telemedicine</a:t>
            </a:r>
            <a:r>
              <a:rPr lang="en-US" dirty="0"/>
              <a:t>, connecting remote villages with schools and hospitals.</a:t>
            </a:r>
          </a:p>
          <a:p>
            <a:r>
              <a:rPr lang="en-US" b="1" dirty="0"/>
              <a:t>Weather &amp; Disaster Management</a:t>
            </a:r>
          </a:p>
          <a:p>
            <a:r>
              <a:rPr lang="en-US" b="1" dirty="0"/>
              <a:t>INSAT and Meteorological satellites</a:t>
            </a:r>
            <a:r>
              <a:rPr lang="en-US" dirty="0"/>
              <a:t> provide real-time weather forecasting, cyclone tracking, and monsoon monitoring.</a:t>
            </a:r>
          </a:p>
          <a:p>
            <a:r>
              <a:rPr lang="en-US" dirty="0"/>
              <a:t>Early warning systems for </a:t>
            </a:r>
            <a:r>
              <a:rPr lang="en-US" b="1" dirty="0"/>
              <a:t>cyclones, floods, and droughts</a:t>
            </a:r>
            <a:r>
              <a:rPr lang="en-US" dirty="0"/>
              <a:t> have saved countless lives</a:t>
            </a:r>
          </a:p>
          <a:p>
            <a:endParaRPr lang="en-IN" dirty="0"/>
          </a:p>
        </p:txBody>
      </p:sp>
      <p:pic>
        <p:nvPicPr>
          <p:cNvPr id="5" name="Picture 4">
            <a:extLst>
              <a:ext uri="{FF2B5EF4-FFF2-40B4-BE49-F238E27FC236}">
                <a16:creationId xmlns:a16="http://schemas.microsoft.com/office/drawing/2014/main" id="{DD6BA826-1A21-86DC-91E1-FEDC5FAE56DD}"/>
              </a:ext>
            </a:extLst>
          </p:cNvPr>
          <p:cNvPicPr>
            <a:picLocks noChangeAspect="1"/>
          </p:cNvPicPr>
          <p:nvPr/>
        </p:nvPicPr>
        <p:blipFill>
          <a:blip r:embed="rId2"/>
          <a:stretch>
            <a:fillRect/>
          </a:stretch>
        </p:blipFill>
        <p:spPr>
          <a:xfrm>
            <a:off x="944218" y="924167"/>
            <a:ext cx="4383156" cy="5009322"/>
          </a:xfrm>
          <a:prstGeom prst="rect">
            <a:avLst/>
          </a:prstGeom>
        </p:spPr>
      </p:pic>
    </p:spTree>
    <p:extLst>
      <p:ext uri="{BB962C8B-B14F-4D97-AF65-F5344CB8AC3E}">
        <p14:creationId xmlns:p14="http://schemas.microsoft.com/office/powerpoint/2010/main" val="347995991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CAD7A6-D882-3508-04C3-F72E3E18AD2B}"/>
              </a:ext>
            </a:extLst>
          </p:cNvPr>
          <p:cNvSpPr>
            <a:spLocks noGrp="1"/>
          </p:cNvSpPr>
          <p:nvPr>
            <p:ph type="title"/>
          </p:nvPr>
        </p:nvSpPr>
        <p:spPr/>
        <p:txBody>
          <a:bodyPr/>
          <a:lstStyle/>
          <a:p>
            <a:endParaRPr lang="en-IN"/>
          </a:p>
        </p:txBody>
      </p:sp>
      <p:sp>
        <p:nvSpPr>
          <p:cNvPr id="3" name="Text Placeholder 2">
            <a:extLst>
              <a:ext uri="{FF2B5EF4-FFF2-40B4-BE49-F238E27FC236}">
                <a16:creationId xmlns:a16="http://schemas.microsoft.com/office/drawing/2014/main" id="{3CAF7C2A-399F-215E-0548-68AA3966C222}"/>
              </a:ext>
            </a:extLst>
          </p:cNvPr>
          <p:cNvSpPr>
            <a:spLocks noGrp="1"/>
          </p:cNvSpPr>
          <p:nvPr>
            <p:ph type="body" sz="quarter" idx="14"/>
          </p:nvPr>
        </p:nvSpPr>
        <p:spPr/>
        <p:txBody>
          <a:bodyPr>
            <a:normAutofit fontScale="62500" lnSpcReduction="20000"/>
          </a:bodyPr>
          <a:lstStyle/>
          <a:p>
            <a:r>
              <a:rPr lang="en-IN" sz="3600" b="1" dirty="0"/>
              <a:t>Agriculture &amp; Resource Management</a:t>
            </a:r>
          </a:p>
          <a:p>
            <a:pPr marL="342900" indent="-342900">
              <a:buFont typeface="Arial" panose="020B0604020202020204" pitchFamily="34" charset="0"/>
              <a:buChar char="•"/>
            </a:pPr>
            <a:r>
              <a:rPr lang="en-IN" sz="2000" b="1" dirty="0"/>
              <a:t>IRS and Resources at series</a:t>
            </a:r>
            <a:r>
              <a:rPr lang="en-IN" sz="2000" dirty="0"/>
              <a:t> help monitor crop health, estimate yields, and manage irrigation.</a:t>
            </a:r>
          </a:p>
          <a:p>
            <a:pPr marL="342900" indent="-342900">
              <a:buFont typeface="Arial" panose="020B0604020202020204" pitchFamily="34" charset="0"/>
              <a:buChar char="•"/>
            </a:pPr>
            <a:r>
              <a:rPr lang="en-IN" sz="2000" b="1" dirty="0"/>
              <a:t>Bhuvan portal</a:t>
            </a:r>
            <a:r>
              <a:rPr lang="en-IN" sz="2000" dirty="0"/>
              <a:t> provides satellite-based maps for farmers, planners, and researchers.</a:t>
            </a:r>
          </a:p>
          <a:p>
            <a:pPr marL="342900" indent="-342900">
              <a:buFont typeface="Arial" panose="020B0604020202020204" pitchFamily="34" charset="0"/>
              <a:buChar char="•"/>
            </a:pPr>
            <a:r>
              <a:rPr lang="en-IN" sz="2000" dirty="0"/>
              <a:t>Soil moisture and land-use mapping aid sustainable farming.</a:t>
            </a:r>
          </a:p>
          <a:p>
            <a:r>
              <a:rPr lang="en-IN" sz="3300" b="1" dirty="0"/>
              <a:t>Security &amp; Governance</a:t>
            </a:r>
          </a:p>
          <a:p>
            <a:pPr marL="342900" indent="-342900">
              <a:buFont typeface="Arial" panose="020B0604020202020204" pitchFamily="34" charset="0"/>
              <a:buChar char="•"/>
            </a:pPr>
            <a:r>
              <a:rPr lang="en-IN" sz="2000" b="1" dirty="0"/>
              <a:t>RISAT series</a:t>
            </a:r>
            <a:r>
              <a:rPr lang="en-IN" sz="2000" dirty="0"/>
              <a:t> supports border surveillance and disaster response.</a:t>
            </a:r>
          </a:p>
          <a:p>
            <a:pPr marL="342900" indent="-342900">
              <a:buFont typeface="Arial" panose="020B0604020202020204" pitchFamily="34" charset="0"/>
              <a:buChar char="•"/>
            </a:pPr>
            <a:r>
              <a:rPr lang="en-IN" sz="2000" dirty="0"/>
              <a:t>Satellite navigation systems (</a:t>
            </a:r>
            <a:r>
              <a:rPr lang="en-IN" sz="2000" b="1" dirty="0" err="1"/>
              <a:t>NavIC</a:t>
            </a:r>
            <a:r>
              <a:rPr lang="en-IN" sz="2000" dirty="0"/>
              <a:t>) provide precise positioning for transport, fisheries, and disaster relief.</a:t>
            </a:r>
          </a:p>
          <a:p>
            <a:r>
              <a:rPr lang="en-IN" sz="3300" b="1" dirty="0"/>
              <a:t>Global Contributions</a:t>
            </a:r>
          </a:p>
          <a:p>
            <a:pPr marL="342900" indent="-342900">
              <a:buFont typeface="Arial" panose="020B0604020202020204" pitchFamily="34" charset="0"/>
              <a:buChar char="•"/>
            </a:pPr>
            <a:r>
              <a:rPr lang="en-IN" sz="2000" dirty="0"/>
              <a:t>Affordable launch services via </a:t>
            </a:r>
            <a:r>
              <a:rPr lang="en-IN" sz="2000" b="1" dirty="0"/>
              <a:t>PSLV</a:t>
            </a:r>
            <a:r>
              <a:rPr lang="en-IN" sz="2000" dirty="0"/>
              <a:t> and </a:t>
            </a:r>
            <a:r>
              <a:rPr lang="en-IN" sz="2000" b="1" dirty="0"/>
              <a:t>GSLV</a:t>
            </a:r>
            <a:r>
              <a:rPr lang="en-IN" sz="2000" dirty="0"/>
              <a:t> have made India a trusted partner for other nations.</a:t>
            </a:r>
          </a:p>
          <a:p>
            <a:pPr marL="342900" indent="-342900">
              <a:buFont typeface="Arial" panose="020B0604020202020204" pitchFamily="34" charset="0"/>
              <a:buChar char="•"/>
            </a:pPr>
            <a:r>
              <a:rPr lang="en-IN" sz="2000" dirty="0"/>
              <a:t>Strengthened India’s role in </a:t>
            </a:r>
            <a:r>
              <a:rPr lang="en-IN" sz="2000" b="1" dirty="0"/>
              <a:t>international disaster monitoring and space cooperation</a:t>
            </a:r>
            <a:r>
              <a:rPr lang="en-IN" sz="2000" dirty="0"/>
              <a:t>.</a:t>
            </a:r>
          </a:p>
          <a:p>
            <a:endParaRPr lang="en-IN" dirty="0"/>
          </a:p>
        </p:txBody>
      </p:sp>
      <p:pic>
        <p:nvPicPr>
          <p:cNvPr id="5" name="Picture 4">
            <a:extLst>
              <a:ext uri="{FF2B5EF4-FFF2-40B4-BE49-F238E27FC236}">
                <a16:creationId xmlns:a16="http://schemas.microsoft.com/office/drawing/2014/main" id="{0CDE40B5-CCCB-F55A-EEE3-E34CA0B47489}"/>
              </a:ext>
            </a:extLst>
          </p:cNvPr>
          <p:cNvPicPr>
            <a:picLocks noChangeAspect="1"/>
          </p:cNvPicPr>
          <p:nvPr/>
        </p:nvPicPr>
        <p:blipFill>
          <a:blip r:embed="rId2"/>
          <a:stretch>
            <a:fillRect/>
          </a:stretch>
        </p:blipFill>
        <p:spPr>
          <a:xfrm>
            <a:off x="944217" y="924167"/>
            <a:ext cx="4383156" cy="5009322"/>
          </a:xfrm>
          <a:prstGeom prst="rect">
            <a:avLst/>
          </a:prstGeom>
        </p:spPr>
      </p:pic>
    </p:spTree>
    <p:extLst>
      <p:ext uri="{BB962C8B-B14F-4D97-AF65-F5344CB8AC3E}">
        <p14:creationId xmlns:p14="http://schemas.microsoft.com/office/powerpoint/2010/main" val="26032675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863D8A-AD11-0023-F59D-4AD8D8E291C1}"/>
              </a:ext>
            </a:extLst>
          </p:cNvPr>
          <p:cNvSpPr>
            <a:spLocks noGrp="1"/>
          </p:cNvSpPr>
          <p:nvPr>
            <p:ph type="title"/>
          </p:nvPr>
        </p:nvSpPr>
        <p:spPr/>
        <p:txBody>
          <a:bodyPr/>
          <a:lstStyle/>
          <a:p>
            <a:r>
              <a:rPr lang="en-US" dirty="0"/>
              <a:t>Why ISRO Matters </a:t>
            </a:r>
            <a:endParaRPr lang="en-IN" dirty="0"/>
          </a:p>
        </p:txBody>
      </p:sp>
      <p:sp>
        <p:nvSpPr>
          <p:cNvPr id="4" name="Rectangle 1">
            <a:extLst>
              <a:ext uri="{FF2B5EF4-FFF2-40B4-BE49-F238E27FC236}">
                <a16:creationId xmlns:a16="http://schemas.microsoft.com/office/drawing/2014/main" id="{C96B5D47-3652-7719-7F6E-4D583B53CA55}"/>
              </a:ext>
            </a:extLst>
          </p:cNvPr>
          <p:cNvSpPr>
            <a:spLocks noGrp="1" noChangeArrowheads="1"/>
          </p:cNvSpPr>
          <p:nvPr>
            <p:ph sz="quarter" idx="10"/>
          </p:nvPr>
        </p:nvSpPr>
        <p:spPr bwMode="auto">
          <a:xfrm>
            <a:off x="4894160" y="410838"/>
            <a:ext cx="6747123" cy="667875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1" i="0" u="none" strike="noStrike" cap="none" normalizeH="0" baseline="0" dirty="0">
                <a:ln>
                  <a:noFill/>
                </a:ln>
                <a:solidFill>
                  <a:schemeClr val="bg1"/>
                </a:solidFill>
                <a:effectLst/>
                <a:latin typeface="Arial" panose="020B0604020202020204" pitchFamily="34" charset="0"/>
              </a:rPr>
              <a:t>National Development:</a:t>
            </a:r>
            <a:endParaRPr kumimoji="0" lang="en-US" altLang="en-US" b="0" i="0" u="none" strike="noStrike" cap="none" normalizeH="0" baseline="0" dirty="0">
              <a:ln>
                <a:noFill/>
              </a:ln>
              <a:solidFill>
                <a:schemeClr val="bg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a:ln>
                  <a:noFill/>
                </a:ln>
                <a:solidFill>
                  <a:schemeClr val="bg1"/>
                </a:solidFill>
                <a:effectLst/>
                <a:latin typeface="Arial" panose="020B0604020202020204" pitchFamily="34" charset="0"/>
              </a:rPr>
              <a:t>Communication satellites (INSAT/GSAT) transformed TV, telecom, and internet access.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a:ln>
                  <a:noFill/>
                </a:ln>
                <a:solidFill>
                  <a:schemeClr val="bg1"/>
                </a:solidFill>
                <a:effectLst/>
                <a:latin typeface="Arial" panose="020B0604020202020204" pitchFamily="34" charset="0"/>
              </a:rPr>
              <a:t>Remote sensing (IRS, </a:t>
            </a:r>
            <a:r>
              <a:rPr kumimoji="0" lang="en-US" altLang="en-US" b="0" i="0" u="none" strike="noStrike" cap="none" normalizeH="0" baseline="0" dirty="0" err="1">
                <a:ln>
                  <a:noFill/>
                </a:ln>
                <a:solidFill>
                  <a:schemeClr val="bg1"/>
                </a:solidFill>
                <a:effectLst/>
                <a:latin typeface="Arial" panose="020B0604020202020204" pitchFamily="34" charset="0"/>
              </a:rPr>
              <a:t>Cartosat</a:t>
            </a:r>
            <a:r>
              <a:rPr kumimoji="0" lang="en-US" altLang="en-US" b="0" i="0" u="none" strike="noStrike" cap="none" normalizeH="0" baseline="0" dirty="0">
                <a:ln>
                  <a:noFill/>
                </a:ln>
                <a:solidFill>
                  <a:schemeClr val="bg1"/>
                </a:solidFill>
                <a:effectLst/>
                <a:latin typeface="Arial" panose="020B0604020202020204" pitchFamily="34" charset="0"/>
              </a:rPr>
              <a:t>, </a:t>
            </a:r>
            <a:r>
              <a:rPr kumimoji="0" lang="en-US" altLang="en-US" b="0" i="0" u="none" strike="noStrike" cap="none" normalizeH="0" baseline="0" dirty="0" err="1">
                <a:ln>
                  <a:noFill/>
                </a:ln>
                <a:solidFill>
                  <a:schemeClr val="bg1"/>
                </a:solidFill>
                <a:effectLst/>
                <a:latin typeface="Arial" panose="020B0604020202020204" pitchFamily="34" charset="0"/>
              </a:rPr>
              <a:t>Resourcesat</a:t>
            </a:r>
            <a:r>
              <a:rPr kumimoji="0" lang="en-US" altLang="en-US" b="0" i="0" u="none" strike="noStrike" cap="none" normalizeH="0" baseline="0" dirty="0">
                <a:ln>
                  <a:noFill/>
                </a:ln>
                <a:solidFill>
                  <a:schemeClr val="bg1"/>
                </a:solidFill>
                <a:effectLst/>
                <a:latin typeface="Arial" panose="020B0604020202020204" pitchFamily="34" charset="0"/>
              </a:rPr>
              <a:t>) supports agriculture, water management, and urban planning.</a:t>
            </a:r>
          </a:p>
          <a:p>
            <a:pPr marL="0" marR="0" lvl="0" indent="0" algn="l" defTabSz="914400" rtl="0" eaLnBrk="0" fontAlgn="base" latinLnBrk="0" hangingPunct="0">
              <a:lnSpc>
                <a:spcPct val="100000"/>
              </a:lnSpc>
              <a:spcBef>
                <a:spcPct val="0"/>
              </a:spcBef>
              <a:spcAft>
                <a:spcPct val="0"/>
              </a:spcAft>
              <a:buClrTx/>
              <a:buSzTx/>
              <a:tabLst/>
            </a:pPr>
            <a:endParaRPr kumimoji="0" lang="en-US" altLang="en-US" b="0" i="0" u="none" strike="noStrike" cap="none" normalizeH="0" baseline="0" dirty="0">
              <a:ln>
                <a:noFill/>
              </a:ln>
              <a:solidFill>
                <a:schemeClr val="bg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a:ln>
                  <a:noFill/>
                </a:ln>
                <a:solidFill>
                  <a:schemeClr val="bg1"/>
                </a:solidFill>
                <a:effectLst/>
                <a:latin typeface="Arial" panose="020B0604020202020204" pitchFamily="34" charset="0"/>
              </a:rPr>
              <a:t>Weather satellites provide cyclone warnings, saving thousands of lives.</a:t>
            </a:r>
          </a:p>
          <a:p>
            <a:pPr marL="0" marR="0" lvl="0" indent="0" algn="l" defTabSz="914400" rtl="0" eaLnBrk="0" fontAlgn="base" latinLnBrk="0" hangingPunct="0">
              <a:lnSpc>
                <a:spcPct val="100000"/>
              </a:lnSpc>
              <a:spcBef>
                <a:spcPct val="0"/>
              </a:spcBef>
              <a:spcAft>
                <a:spcPct val="0"/>
              </a:spcAft>
              <a:buClrTx/>
              <a:buSzTx/>
              <a:tabLst/>
            </a:pPr>
            <a:r>
              <a:rPr kumimoji="0" lang="en-US" altLang="en-US" sz="2000" b="1" i="0" u="none" strike="noStrike" cap="none" normalizeH="0" baseline="0" dirty="0">
                <a:ln>
                  <a:noFill/>
                </a:ln>
                <a:solidFill>
                  <a:schemeClr val="bg1"/>
                </a:solidFill>
                <a:effectLst/>
                <a:latin typeface="Arial" panose="020B0604020202020204" pitchFamily="34" charset="0"/>
              </a:rPr>
              <a:t>Self-Reliance:</a:t>
            </a:r>
            <a:endParaRPr kumimoji="0" lang="en-US" altLang="en-US" sz="2000" b="0" i="0" u="none" strike="noStrike" cap="none" normalizeH="0" baseline="0" dirty="0">
              <a:ln>
                <a:noFill/>
              </a:ln>
              <a:solidFill>
                <a:schemeClr val="bg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a:ln>
                  <a:noFill/>
                </a:ln>
                <a:solidFill>
                  <a:schemeClr val="bg1"/>
                </a:solidFill>
                <a:effectLst/>
                <a:latin typeface="Arial" panose="020B0604020202020204" pitchFamily="34" charset="0"/>
              </a:rPr>
              <a:t>Indigenous launch vehicles (PSLV, GSLV, LVM3) reduced dependence on foreign launchers.</a:t>
            </a:r>
          </a:p>
          <a:p>
            <a:pPr marL="0" marR="0" lvl="0" indent="0" algn="l" defTabSz="914400" rtl="0" eaLnBrk="0" fontAlgn="base" latinLnBrk="0" hangingPunct="0">
              <a:lnSpc>
                <a:spcPct val="100000"/>
              </a:lnSpc>
              <a:spcBef>
                <a:spcPct val="0"/>
              </a:spcBef>
              <a:spcAft>
                <a:spcPct val="0"/>
              </a:spcAft>
              <a:buClrTx/>
              <a:buSzTx/>
              <a:tabLst/>
            </a:pPr>
            <a:endParaRPr kumimoji="0" lang="en-US" altLang="en-US" b="0" i="0" u="none" strike="noStrike" cap="none" normalizeH="0" baseline="0" dirty="0">
              <a:ln>
                <a:noFill/>
              </a:ln>
              <a:solidFill>
                <a:schemeClr val="bg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a:ln>
                  <a:noFill/>
                </a:ln>
                <a:solidFill>
                  <a:schemeClr val="bg1"/>
                </a:solidFill>
                <a:effectLst/>
                <a:latin typeface="Arial" panose="020B0604020202020204" pitchFamily="34" charset="0"/>
              </a:rPr>
              <a:t>Affordable access to space strengthened India’s strategic autonomy.</a:t>
            </a:r>
          </a:p>
          <a:p>
            <a:r>
              <a:rPr lang="en-US" sz="2000" b="1" dirty="0">
                <a:solidFill>
                  <a:schemeClr val="bg1"/>
                </a:solidFill>
              </a:rPr>
              <a:t>Societal Impact:</a:t>
            </a:r>
            <a:endParaRPr lang="en-US" sz="2000" dirty="0">
              <a:solidFill>
                <a:schemeClr val="bg1"/>
              </a:solidFill>
            </a:endParaRPr>
          </a:p>
          <a:p>
            <a:pPr marL="285750" indent="-285750">
              <a:buFont typeface="Arial" panose="020B0604020202020204" pitchFamily="34" charset="0"/>
              <a:buChar char="•"/>
            </a:pPr>
            <a:r>
              <a:rPr lang="en-US" dirty="0">
                <a:solidFill>
                  <a:schemeClr val="bg1"/>
                </a:solidFill>
              </a:rPr>
              <a:t>Telemedicine and tele-education connected rural</a:t>
            </a:r>
          </a:p>
          <a:p>
            <a:r>
              <a:rPr lang="en-US" dirty="0">
                <a:solidFill>
                  <a:schemeClr val="bg1"/>
                </a:solidFill>
              </a:rPr>
              <a:t>     communities.</a:t>
            </a:r>
          </a:p>
          <a:p>
            <a:pPr marL="285750" indent="-285750">
              <a:buFont typeface="Arial" panose="020B0604020202020204" pitchFamily="34" charset="0"/>
              <a:buChar char="•"/>
            </a:pPr>
            <a:r>
              <a:rPr lang="en-US" dirty="0">
                <a:solidFill>
                  <a:schemeClr val="bg1"/>
                </a:solidFill>
              </a:rPr>
              <a:t>Navigation system </a:t>
            </a:r>
            <a:r>
              <a:rPr lang="en-US" b="1" dirty="0" err="1">
                <a:solidFill>
                  <a:schemeClr val="bg1"/>
                </a:solidFill>
              </a:rPr>
              <a:t>NavIC</a:t>
            </a:r>
            <a:r>
              <a:rPr lang="en-US" dirty="0">
                <a:solidFill>
                  <a:schemeClr val="bg1"/>
                </a:solidFill>
              </a:rPr>
              <a:t> supports transport, fisheries, and disaster relief.</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bg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bg1"/>
              </a:solidFill>
              <a:effectLst/>
              <a:latin typeface="Arial" panose="020B0604020202020204" pitchFamily="34" charset="0"/>
            </a:endParaRPr>
          </a:p>
        </p:txBody>
      </p:sp>
    </p:spTree>
    <p:extLst>
      <p:ext uri="{BB962C8B-B14F-4D97-AF65-F5344CB8AC3E}">
        <p14:creationId xmlns:p14="http://schemas.microsoft.com/office/powerpoint/2010/main" val="8257977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74D3DC-DA6A-5350-980F-ED2DE8632234}"/>
              </a:ext>
            </a:extLst>
          </p:cNvPr>
          <p:cNvSpPr>
            <a:spLocks noGrp="1"/>
          </p:cNvSpPr>
          <p:nvPr>
            <p:ph type="title"/>
          </p:nvPr>
        </p:nvSpPr>
        <p:spPr>
          <a:xfrm>
            <a:off x="633538" y="-376494"/>
            <a:ext cx="10571998" cy="1928264"/>
          </a:xfrm>
        </p:spPr>
        <p:txBody>
          <a:bodyPr/>
          <a:lstStyle/>
          <a:p>
            <a:r>
              <a:rPr lang="en-US" dirty="0"/>
              <a:t>Write short notes on A landmark space mission by ISRO</a:t>
            </a:r>
            <a:endParaRPr lang="en-IN" dirty="0"/>
          </a:p>
        </p:txBody>
      </p:sp>
      <p:sp>
        <p:nvSpPr>
          <p:cNvPr id="3" name="Subtitle 2">
            <a:extLst>
              <a:ext uri="{FF2B5EF4-FFF2-40B4-BE49-F238E27FC236}">
                <a16:creationId xmlns:a16="http://schemas.microsoft.com/office/drawing/2014/main" id="{38130B08-C7A6-2DD4-FBA4-BB596FD6F998}"/>
              </a:ext>
            </a:extLst>
          </p:cNvPr>
          <p:cNvSpPr>
            <a:spLocks noGrp="1"/>
          </p:cNvSpPr>
          <p:nvPr>
            <p:ph type="subTitle" idx="1"/>
          </p:nvPr>
        </p:nvSpPr>
        <p:spPr>
          <a:xfrm>
            <a:off x="810000" y="2120304"/>
            <a:ext cx="10572000" cy="2617391"/>
          </a:xfrm>
        </p:spPr>
        <p:txBody>
          <a:bodyPr>
            <a:noAutofit/>
          </a:bodyPr>
          <a:lstStyle/>
          <a:p>
            <a:r>
              <a:rPr lang="en-US" sz="2000" dirty="0"/>
              <a:t>Chandrayaan-3 was launched on 14 July 2023 by the LVM3 rocket and successfully landed on the Moon on 23 August 2023. The mission consisted of a Propulsion Module, the Vikram Lander, and the Pragyan Rover. With this achievement, India became the first country to land near the lunar south pole and the fourth nation overall to achieve a soft landing on the Moon. The lander carried instruments to study seismic activity, thermal properties, and plasma near the surface, while the rover analyzed lunar soil and confirmed the presence of </a:t>
            </a:r>
            <a:r>
              <a:rPr lang="en-US" sz="2000" dirty="0" err="1"/>
              <a:t>sulphur</a:t>
            </a:r>
            <a:r>
              <a:rPr lang="en-US" sz="2000" dirty="0"/>
              <a:t> and other elements. Chandrayaan-3 demonstrated India’s advanced space technology, strengthened its global standing in planetary exploration, and provided valuable data for future lunar resource utilization.</a:t>
            </a:r>
            <a:endParaRPr lang="en-IN" sz="2000" dirty="0"/>
          </a:p>
        </p:txBody>
      </p:sp>
    </p:spTree>
    <p:extLst>
      <p:ext uri="{BB962C8B-B14F-4D97-AF65-F5344CB8AC3E}">
        <p14:creationId xmlns:p14="http://schemas.microsoft.com/office/powerpoint/2010/main" val="20283961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B062C2-8398-B09B-0F98-A5C09910D66B}"/>
              </a:ext>
            </a:extLst>
          </p:cNvPr>
          <p:cNvSpPr>
            <a:spLocks noGrp="1"/>
          </p:cNvSpPr>
          <p:nvPr>
            <p:ph type="title"/>
          </p:nvPr>
        </p:nvSpPr>
        <p:spPr>
          <a:xfrm>
            <a:off x="601453" y="0"/>
            <a:ext cx="10571998" cy="1928264"/>
          </a:xfrm>
        </p:spPr>
        <p:txBody>
          <a:bodyPr/>
          <a:lstStyle/>
          <a:p>
            <a:r>
              <a:rPr lang="en-US" sz="2800" dirty="0"/>
              <a:t>Global warming and climate change are two major concerns in modern times. Explain how science and technology are trying to address these two issues.</a:t>
            </a:r>
            <a:endParaRPr lang="en-IN" sz="2800" dirty="0"/>
          </a:p>
        </p:txBody>
      </p:sp>
      <p:sp>
        <p:nvSpPr>
          <p:cNvPr id="4" name="Rectangle 1">
            <a:extLst>
              <a:ext uri="{FF2B5EF4-FFF2-40B4-BE49-F238E27FC236}">
                <a16:creationId xmlns:a16="http://schemas.microsoft.com/office/drawing/2014/main" id="{98DC2BC0-1925-9720-E46D-01E60D09A692}"/>
              </a:ext>
            </a:extLst>
          </p:cNvPr>
          <p:cNvSpPr>
            <a:spLocks noGrp="1" noChangeArrowheads="1"/>
          </p:cNvSpPr>
          <p:nvPr>
            <p:ph type="subTitle" idx="1"/>
          </p:nvPr>
        </p:nvSpPr>
        <p:spPr bwMode="auto">
          <a:xfrm>
            <a:off x="841709" y="2404572"/>
            <a:ext cx="10793339" cy="258532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a:ln>
                  <a:noFill/>
                </a:ln>
                <a:solidFill>
                  <a:schemeClr val="tx1"/>
                </a:solidFill>
                <a:effectLst/>
                <a:latin typeface="Arial" panose="020B0604020202020204" pitchFamily="34" charset="0"/>
              </a:rPr>
              <a:t>Satellites and sensors monitor greenhouse gases, deforestation, melting glaciers, and rising sea levels.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a:ln>
                  <a:noFill/>
                </a:ln>
                <a:solidFill>
                  <a:schemeClr val="tx1"/>
                </a:solidFill>
                <a:effectLst/>
                <a:latin typeface="Arial" panose="020B0604020202020204" pitchFamily="34" charset="0"/>
              </a:rPr>
              <a:t>Supercomputers and climate models simulate future scenarios to guide policy.</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a:ln>
                  <a:noFill/>
                </a:ln>
                <a:solidFill>
                  <a:schemeClr val="tx1"/>
                </a:solidFill>
                <a:effectLst/>
                <a:latin typeface="Arial" panose="020B0604020202020204" pitchFamily="34" charset="0"/>
              </a:rPr>
              <a:t>AI and big data analyze weather patterns and predict extreme events.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a:ln>
                  <a:noFill/>
                </a:ln>
                <a:solidFill>
                  <a:schemeClr val="tx1"/>
                </a:solidFill>
                <a:effectLst/>
                <a:latin typeface="Arial" panose="020B0604020202020204" pitchFamily="34" charset="0"/>
              </a:rPr>
              <a:t>Renewable energy technologies (solar, wind, bioenergy) reduce fossil fuel use.</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a:ln>
                  <a:noFill/>
                </a:ln>
                <a:solidFill>
                  <a:schemeClr val="tx1"/>
                </a:solidFill>
                <a:effectLst/>
                <a:latin typeface="Arial" panose="020B0604020202020204" pitchFamily="34" charset="0"/>
              </a:rPr>
              <a:t>Carbon capture and storage (CCS) traps harmful emissions.</a:t>
            </a:r>
          </a:p>
          <a:p>
            <a:pPr marL="0" marR="0" lvl="0" indent="0" algn="l" defTabSz="914400" rtl="0" eaLnBrk="0" fontAlgn="base" latinLnBrk="0" hangingPunct="0">
              <a:lnSpc>
                <a:spcPct val="100000"/>
              </a:lnSpc>
              <a:spcBef>
                <a:spcPct val="0"/>
              </a:spcBef>
              <a:spcAft>
                <a:spcPct val="0"/>
              </a:spcAft>
              <a:buClrTx/>
              <a:buSzTx/>
              <a:buFontTx/>
              <a:buChar char="•"/>
              <a:tabLst/>
            </a:pPr>
            <a:r>
              <a:rPr lang="en-US" altLang="en-US" b="0" dirty="0">
                <a:latin typeface="Arial" panose="020B0604020202020204" pitchFamily="34" charset="0"/>
              </a:rPr>
              <a:t> Smart grids , energy efficient systems and electric vehicles cut carbon footprints.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a:ln>
                  <a:noFill/>
                </a:ln>
                <a:solidFill>
                  <a:schemeClr val="tx1"/>
                </a:solidFill>
                <a:effectLst/>
                <a:latin typeface="Arial" panose="020B0604020202020204" pitchFamily="34" charset="0"/>
              </a:rPr>
              <a:t> Early warning syst</a:t>
            </a:r>
            <a:r>
              <a:rPr lang="en-US" altLang="en-US" b="0" dirty="0">
                <a:latin typeface="Arial" panose="020B0604020202020204" pitchFamily="34" charset="0"/>
              </a:rPr>
              <a:t>ems powered by satellites and AI predict </a:t>
            </a:r>
            <a:r>
              <a:rPr lang="en-US" altLang="en-US" b="0" dirty="0" err="1">
                <a:latin typeface="Arial" panose="020B0604020202020204" pitchFamily="34" charset="0"/>
              </a:rPr>
              <a:t>floods,cyclones</a:t>
            </a:r>
            <a:r>
              <a:rPr lang="en-US" altLang="en-US" b="0" dirty="0">
                <a:latin typeface="Arial" panose="020B0604020202020204" pitchFamily="34" charset="0"/>
              </a:rPr>
              <a:t> and droughts.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a:ln>
                  <a:noFill/>
                </a:ln>
                <a:solidFill>
                  <a:schemeClr val="tx1"/>
                </a:solidFill>
                <a:effectLst/>
                <a:latin typeface="Arial" panose="020B0604020202020204" pitchFamily="34" charset="0"/>
              </a:rPr>
              <a:t>Science provide knowledge to understand the crisis, while technology offers tools to mitigate and adapt</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10580238"/>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Quotable">
  <a:themeElements>
    <a:clrScheme name="Quotable">
      <a:dk1>
        <a:sysClr val="windowText" lastClr="000000"/>
      </a:dk1>
      <a:lt1>
        <a:sysClr val="window" lastClr="FFFFFF"/>
      </a:lt1>
      <a:dk2>
        <a:srgbClr val="212121"/>
      </a:dk2>
      <a:lt2>
        <a:srgbClr val="636363"/>
      </a:lt2>
      <a:accent1>
        <a:srgbClr val="00C6BB"/>
      </a:accent1>
      <a:accent2>
        <a:srgbClr val="6FEBA0"/>
      </a:accent2>
      <a:accent3>
        <a:srgbClr val="B6DF5E"/>
      </a:accent3>
      <a:accent4>
        <a:srgbClr val="EFB251"/>
      </a:accent4>
      <a:accent5>
        <a:srgbClr val="EF755F"/>
      </a:accent5>
      <a:accent6>
        <a:srgbClr val="ED515C"/>
      </a:accent6>
      <a:hlink>
        <a:srgbClr val="8F8F8F"/>
      </a:hlink>
      <a:folHlink>
        <a:srgbClr val="A5A5A5"/>
      </a:folHlink>
    </a:clrScheme>
    <a:fontScheme name="Quotable">
      <a:majorFont>
        <a:latin typeface="Century Gothic" panose="020B0502020202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Quotable">
      <a:fillStyleLst>
        <a:solidFill>
          <a:schemeClr val="phClr"/>
        </a:solidFill>
        <a:gradFill rotWithShape="1">
          <a:gsLst>
            <a:gs pos="0">
              <a:schemeClr val="phClr">
                <a:tint val="80000"/>
                <a:lumMod val="105000"/>
              </a:schemeClr>
            </a:gs>
            <a:gs pos="100000">
              <a:schemeClr val="phClr">
                <a:tint val="90000"/>
              </a:schemeClr>
            </a:gs>
          </a:gsLst>
          <a:lin ang="5400000" scaled="0"/>
        </a:gradFill>
        <a:blipFill rotWithShape="1">
          <a:blip xmlns:r="http://schemas.openxmlformats.org/officeDocument/2006/relationships" r:embed="rId1">
            <a:duotone>
              <a:schemeClr val="phClr">
                <a:tint val="98000"/>
                <a:lumMod val="102000"/>
              </a:schemeClr>
              <a:schemeClr val="phClr">
                <a:shade val="98000"/>
                <a:lumMod val="98000"/>
              </a:schemeClr>
            </a:duotone>
          </a:blip>
          <a:tile tx="0" ty="0" sx="100000" sy="100000" flip="none" algn="tl"/>
        </a:blipFill>
      </a:fillStyleLst>
      <a:lnStyleLst>
        <a:ln w="9525" cap="rnd" cmpd="sng" algn="ctr">
          <a:solidFill>
            <a:schemeClr val="phClr"/>
          </a:solidFill>
          <a:prstDash val="solid"/>
        </a:ln>
        <a:ln w="15875" cap="rnd" cmpd="sng" algn="ctr">
          <a:solidFill>
            <a:schemeClr val="phClr"/>
          </a:solidFill>
          <a:prstDash val="solid"/>
        </a:ln>
        <a:ln w="25400" cap="rnd" cmpd="sng" algn="ctr">
          <a:solidFill>
            <a:schemeClr val="phClr"/>
          </a:solidFill>
          <a:prstDash val="solid"/>
        </a:ln>
      </a:lnStyleLst>
      <a:effectStyleLst>
        <a:effectStyle>
          <a:effectLst/>
        </a:effectStyle>
        <a:effectStyle>
          <a:effectLst/>
        </a:effectStyle>
        <a:effectStyle>
          <a:effectLst>
            <a:innerShdw blurRad="63500" dist="25400" dir="13500000">
              <a:srgbClr val="000000">
                <a:alpha val="75000"/>
              </a:srgbClr>
            </a:innerShdw>
          </a:effectLst>
        </a:effectStyle>
      </a:effectStyleLst>
      <a:bgFillStyleLst>
        <a:solidFill>
          <a:schemeClr val="phClr"/>
        </a:solidFill>
        <a:gradFill rotWithShape="1">
          <a:gsLst>
            <a:gs pos="0">
              <a:schemeClr val="phClr">
                <a:tint val="100000"/>
              </a:schemeClr>
            </a:gs>
            <a:gs pos="100000">
              <a:schemeClr val="phClr">
                <a:tint val="84000"/>
                <a:shade val="84000"/>
                <a:lumMod val="90000"/>
              </a:schemeClr>
            </a:gs>
          </a:gsLst>
          <a:lin ang="5400000" scaled="0"/>
        </a:gradFill>
        <a:gradFill rotWithShape="1">
          <a:gsLst>
            <a:gs pos="0">
              <a:schemeClr val="phClr">
                <a:tint val="84000"/>
                <a:shade val="90000"/>
                <a:satMod val="120000"/>
                <a:lumMod val="90000"/>
              </a:schemeClr>
            </a:gs>
            <a:gs pos="100000">
              <a:schemeClr val="phClr"/>
            </a:gs>
          </a:gsLst>
          <a:lin ang="5400000" scaled="0"/>
        </a:gradFill>
      </a:bgFillStyleLst>
    </a:fmtScheme>
  </a:themeElements>
  <a:objectDefaults/>
  <a:extraClrSchemeLst/>
  <a:extLst>
    <a:ext uri="{05A4C25C-085E-4340-85A3-A5531E510DB2}">
      <thm15:themeFamily xmlns:thm15="http://schemas.microsoft.com/office/thememl/2012/main" name="TM11381587_Win32_SL_v6" id="{5005B820-A0B7-49EA-8569-DCF0CD2DBB9D}" vid="{2E48C80D-E25D-44C4-BCFD-F1465E9B612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8" ma:contentTypeDescription="Create a new document." ma:contentTypeScope="" ma:versionID="60f5a4f2d2b0abadcf532d48ebf9cb71">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7dd78129e6a1811f84807ad11c651531"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element ref="ns2:MediaServiceSystemTag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internalName="Background">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element name="MediaServiceSystemTags" ma:index="32" nillable="true" ma:displayName="MediaServiceSystemTags" ma:hidden="true" ma:internalName="MediaServiceSystemTag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E4ACCF44-01D5-4C40-9EAC-D3C3683409FE}">
  <ds:schemaRefs>
    <ds:schemaRef ds:uri="http://schemas.microsoft.com/office/2006/metadata/properties"/>
    <ds:schemaRef ds:uri="http://schemas.microsoft.com/office/infopath/2007/PartnerControls"/>
    <ds:schemaRef ds:uri="http://schemas.microsoft.com/sharepoint/v3"/>
    <ds:schemaRef ds:uri="71af3243-3dd4-4a8d-8c0d-dd76da1f02a5"/>
    <ds:schemaRef ds:uri="230e9df3-be65-4c73-a93b-d1236ebd677e"/>
  </ds:schemaRefs>
</ds:datastoreItem>
</file>

<file path=customXml/itemProps2.xml><?xml version="1.0" encoding="utf-8"?>
<ds:datastoreItem xmlns:ds="http://schemas.openxmlformats.org/officeDocument/2006/customXml" ds:itemID="{272B3831-C4F2-498C-8E5F-F8D6F9054839}">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F29F0C84-2C14-4FB8-88C2-9577181F2CC2}">
  <ds:schemaRefs>
    <ds:schemaRef ds:uri="http://schemas.microsoft.com/sharepoint/v3/contenttype/forms"/>
  </ds:schemaRefs>
</ds:datastoreItem>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{225BB266-6CB7-49ED-9232-8D0F27CF3297}TF4e23ad37-c1a6-42e6-a6ec-6518d97eca9ec3cad5d6_win32-e4fb00466b0d</Template>
  <TotalTime>78</TotalTime>
  <Words>1261</Words>
  <Application>Microsoft Office PowerPoint</Application>
  <PresentationFormat>Widescreen</PresentationFormat>
  <Paragraphs>128</Paragraphs>
  <Slides>16</Slides>
  <Notes>5</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16</vt:i4>
      </vt:variant>
    </vt:vector>
  </HeadingPairs>
  <TitlesOfParts>
    <vt:vector size="22" baseType="lpstr">
      <vt:lpstr>Aptos</vt:lpstr>
      <vt:lpstr>Arial</vt:lpstr>
      <vt:lpstr>Calibri</vt:lpstr>
      <vt:lpstr>Century Gothic</vt:lpstr>
      <vt:lpstr>Wingdings 2</vt:lpstr>
      <vt:lpstr>Quotable</vt:lpstr>
      <vt:lpstr>SPACE SCIENCE AND EXPLORATION ISRO</vt:lpstr>
      <vt:lpstr>What is ISRO? </vt:lpstr>
      <vt:lpstr>EARLY DAYS</vt:lpstr>
      <vt:lpstr>Major Milestones</vt:lpstr>
      <vt:lpstr>CHANDRAYAAN 1</vt:lpstr>
      <vt:lpstr>MANGALYAAN</vt:lpstr>
      <vt:lpstr>RECENT MISSIONS</vt:lpstr>
      <vt:lpstr>Chandrayaan 3</vt:lpstr>
      <vt:lpstr>Aditya- L1 (2023)</vt:lpstr>
      <vt:lpstr>PowerPoint Presentation</vt:lpstr>
      <vt:lpstr>How ISRO Helps Society and Earth </vt:lpstr>
      <vt:lpstr>PowerPoint Presentation</vt:lpstr>
      <vt:lpstr>PowerPoint Presentation</vt:lpstr>
      <vt:lpstr>Why ISRO Matters </vt:lpstr>
      <vt:lpstr>Write short notes on A landmark space mission by ISRO</vt:lpstr>
      <vt:lpstr>Global warming and climate change are two major concerns in modern times. Explain how science and technology are trying to address these two issues.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Sagar Chand</dc:creator>
  <cp:lastModifiedBy>Sagar Chand</cp:lastModifiedBy>
  <cp:revision>3</cp:revision>
  <dcterms:created xsi:type="dcterms:W3CDTF">2026-02-19T14:36:46Z</dcterms:created>
  <dcterms:modified xsi:type="dcterms:W3CDTF">2026-02-19T17:08:05Z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