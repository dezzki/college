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15"/>
    <p:sldId id="273" r:id="rId16"/>
    <p:sldId id="269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F455F-1FA1-F80C-4615-E57A4AE11D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0D2A12-9538-B8A6-F114-C53C460B75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A54CE-F6AD-457E-E333-F833B11C8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912D-05D9-4B0E-B9A3-04607C8A8EFE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81708-887D-1ECF-78A3-F5309EB05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C5929-2BD5-8496-3D08-49F6DD481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0676-8102-4D37-8D1D-712EC60E33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2365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3E599-B3A0-7A95-7252-03B9827ED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49B4D-BCFE-D37A-DD85-091CB4121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D933E-D59E-963D-1739-4836376CE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912D-05D9-4B0E-B9A3-04607C8A8EFE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3FEE1-EB30-971C-A264-89B8DFBD7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78275-5ADD-339F-E973-A53F18190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0676-8102-4D37-8D1D-712EC60E33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3903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A118C-D25A-1064-736E-8037182FC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B35938-CFC0-78BE-6C63-12E3EA0E4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14025-0D52-1AB1-42F0-9D17A23CE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912D-05D9-4B0E-B9A3-04607C8A8EFE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5DDF7-B765-393B-EBB5-847E43017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0E8F0-388A-3570-13DB-752AF91B1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0676-8102-4D37-8D1D-712EC60E33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6900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68BA5-BCB6-16B5-F265-29944E575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5FD88-61F3-FD00-31FD-95B85F05CE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52D823-A1F6-6DB0-75F6-47234C8C35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90CEFE-E27E-6767-F0F8-1D4FFDF6F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912D-05D9-4B0E-B9A3-04607C8A8EFE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5B4F91-F883-B257-5CDD-56DDD06B3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7A8404-D04C-9186-14F2-C9811AFE7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0676-8102-4D37-8D1D-712EC60E33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651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FB577-8FAF-CEFB-1AC7-6DCFCF15D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FD6CF3-E1C4-E96E-C8B7-B81CDD709A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7D82B9-37CB-AEE9-2C98-E2C019DFE4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AB9BB7-3588-BEFF-E2D7-5339E92280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1D1EAF-5320-80D2-E124-79D4AFBF1C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328A2C-7659-ADA0-3646-A123DE412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912D-05D9-4B0E-B9A3-04607C8A8EFE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74543F-98CC-9C4B-1676-A41B31C6B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163E7F-E2C4-123F-E615-73532A36F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0676-8102-4D37-8D1D-712EC60E33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6988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EDE82-0AE0-77F1-637C-80EC825BC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459CF1-B5C1-2A78-3828-95C721E5E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912D-05D9-4B0E-B9A3-04607C8A8EFE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0B585E-7C74-3ED1-FD70-1637636D0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A229CB-04B4-043E-30F2-9D3E82C31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0676-8102-4D37-8D1D-712EC60E33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6281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96BC3-08FF-6CC5-2122-C94DCA80C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912D-05D9-4B0E-B9A3-04607C8A8EFE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88C911-3A6E-4452-C76D-8EEB62AB9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6677BF-7ABD-BD87-AC05-8CD36CA63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0676-8102-4D37-8D1D-712EC60E33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7204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AF301-B237-3638-BFC9-351DEEF49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19885-5412-BD1B-1216-F18758BD2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20E3F-84A7-F341-CB8A-8C0F9A702F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A95CA4-A2D4-89FA-6FC4-4FAC30EF8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912D-05D9-4B0E-B9A3-04607C8A8EFE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2723F3-1175-9434-9D54-51089E28B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632931-C0CA-535E-C3BA-A985E7459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0676-8102-4D37-8D1D-712EC60E33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7415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F3478-F2F8-975E-D290-D8F1FDE3D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532AA5-A891-E160-94CB-33C4C50E72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47511C-86D8-0A0A-00A5-4BF293A377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2B80B-CCE9-29DD-DA08-C179B5401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912D-05D9-4B0E-B9A3-04607C8A8EFE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833E31-2B9B-E536-07C8-42783C5FA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0815F9-0A56-223A-BB6D-DF56D30DC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0676-8102-4D37-8D1D-712EC60E33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2607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4CEC7-D28A-D4D2-23EB-686F6A3E7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C56E9A-3723-5966-2007-4E97DBC54D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73809-063E-8E2F-8446-6894CF1F4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912D-05D9-4B0E-B9A3-04607C8A8EFE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7CC50-BA0F-7720-5D52-126552A9A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985C3-51F2-552E-2DBF-DC77FA116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0676-8102-4D37-8D1D-712EC60E33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563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BDCCC8-57DA-773D-C10F-350BEF9BF9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023D21-92EC-B388-768F-7D57E52E15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36190-2EF6-1532-E8EC-45C48D643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912D-05D9-4B0E-B9A3-04607C8A8EFE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AFB78E-B265-EC10-5CDE-B17A689E2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5B3AB-56C3-1792-25BE-799A61D5C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0676-8102-4D37-8D1D-712EC60E33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6931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C81056-AE51-7017-9C49-AEB889AAB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C0AECD-E833-50D7-121C-6AF95381B8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80F92-7381-810B-E827-0F8EF74DAE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09912D-05D9-4B0E-B9A3-04607C8A8EFE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3DF41-3C88-8D6D-704D-E1E19B5543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B574EA-29B7-57FE-B13E-CCA16F806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710676-8102-4D37-8D1D-712EC60E33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804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 /><Relationship Id="rId1" Type="http://schemas.openxmlformats.org/officeDocument/2006/relationships/slideLayout" Target="../slideLayouts/slideLayout1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 /><Relationship Id="rId1" Type="http://schemas.openxmlformats.org/officeDocument/2006/relationships/slideLayout" Target="../slideLayouts/slideLayout1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 /><Relationship Id="rId1" Type="http://schemas.openxmlformats.org/officeDocument/2006/relationships/slideLayout" Target="../slideLayouts/slideLayout1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3CE98-D3D7-FC4A-8E5B-4E7A0E62B3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1DD116-721C-1035-6667-B1B862C71E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667CD5-074B-AC71-43F3-F469F99837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67" y="0"/>
            <a:ext cx="1221753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557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4E092-C88E-2DE6-443E-47B0192BA4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810A56-8E7B-FDA4-ED15-00A95EFBE9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09EEC1-D0FE-26F5-5D11-2DB268A7A7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003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6EF29-808A-919C-9BA8-7F6C837B0F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B7C1D6-05D3-2FBB-A387-20C872A13C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57AABC-2445-ED7A-1ADE-7A102FEFA1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97"/>
            <a:ext cx="12192000" cy="6835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171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B3B6B-702B-A74D-FB08-202605A603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3D81C1-7A56-4FA2-789F-9CDA899FC8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EECC9C-3EC3-8662-9B08-EFECE3810A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756"/>
            <a:ext cx="12191999" cy="6869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655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ED789-3A9D-E8FB-1AE1-F59503093F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B6366E-6BAB-CDC1-AC2A-821526156C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E7530C-E59C-11C7-1B59-CB1A0F0379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90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517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95ECB-9EA9-D536-56F4-D6FA3B47AD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622224-E1F9-C10F-1285-5677674CA6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45D456-1320-8ABB-DCB3-E47A597BDC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4"/>
            <a:ext cx="12191999" cy="685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433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613C8-E6EA-83A5-0CAF-614E4587F7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23EC82-B57D-D97A-7858-B60695E377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BFF231-E077-A4E8-1EF1-FCA78E2790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493"/>
            <a:ext cx="12192000" cy="6843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238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5883C-F38E-7F64-F6C5-5F828771F3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78564D-7BC0-BB53-AFC3-CE1A360563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103A56-666C-B820-7B69-070BC4C9C2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8143" cy="6854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781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86740-F062-BB0B-5B30-49B7559559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886249-3699-734F-E1C5-14179DE9F6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59AE65-EFD4-BBCA-24E3-ED13085E07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28" y="634"/>
            <a:ext cx="12193128" cy="685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316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B6AA1-CB64-FFA3-B2BE-6F0B1806D7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12F238-FF4B-8BAC-9F83-4031A2C6DE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934EE9-CA6B-B9C0-5321-229CF48ED5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941"/>
            <a:ext cx="12192000" cy="6875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249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B446D-E270-073C-664B-BB65FE9E26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0D61CF-F200-85BF-8003-D019CED5D5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5D50FB-B7E2-DCB2-0705-3772C4D9C9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384"/>
            <a:ext cx="12192000" cy="6817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543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0DCF3-58E3-1ABD-780B-909CBCE2DC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27ADB1-83FD-7028-5529-F585FA45A7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71A5F9-6FA8-1D62-041C-0CFA43735A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" y="-3164"/>
            <a:ext cx="12186381" cy="686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863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265D7-3F36-0CFD-7A0E-FE52924704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00FE33-68B2-3246-750A-7FFC99A652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17A8E7-7E44-9030-5CC8-B3DFEE9E95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97"/>
            <a:ext cx="12192000" cy="6835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3601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2AE06-3D44-3E9C-08A6-366E5B9DC5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2410B4-FDD9-522C-2115-638B855899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8BA366-781B-73B5-C801-6FB9709987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974" y="0"/>
            <a:ext cx="122299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966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7E858-7D2A-46FA-128F-8F309AC4FC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36C308-5568-AA55-EB45-DEF3BADA9A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747CD3-0CEF-0420-57C2-275B97A1C1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974" y="10638"/>
            <a:ext cx="12210974" cy="684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3443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CB88F-CCC0-0295-6961-5D2341B55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E41D96-337B-0520-1B48-212DA29D92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697D09-C83A-843A-6FB3-0BADB0204B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074"/>
            <a:ext cx="12192000" cy="6829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6971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BA634-6D57-7157-DFBF-B870AE383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026A80-422C-8C84-EAED-4B23421E6F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2198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171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amit negi</dc:creator>
  <cp:lastModifiedBy>amitnegi122006@gmail.com</cp:lastModifiedBy>
  <cp:revision>1</cp:revision>
  <dcterms:created xsi:type="dcterms:W3CDTF">2026-02-10T18:43:45Z</dcterms:created>
  <dcterms:modified xsi:type="dcterms:W3CDTF">2026-02-11T14:22:15Z</dcterms:modified>
</cp:coreProperties>
</file>